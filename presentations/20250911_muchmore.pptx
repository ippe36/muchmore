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0"/>
  </p:notesMasterIdLst>
  <p:handoutMasterIdLst>
    <p:handoutMasterId r:id="rId11"/>
  </p:handoutMasterIdLst>
  <p:sldIdLst>
    <p:sldId id="609" r:id="rId2"/>
    <p:sldId id="610" r:id="rId3"/>
    <p:sldId id="611" r:id="rId4"/>
    <p:sldId id="612" r:id="rId5"/>
    <p:sldId id="613" r:id="rId6"/>
    <p:sldId id="615" r:id="rId7"/>
    <p:sldId id="616" r:id="rId8"/>
    <p:sldId id="614" r:id="rId9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 userDrawn="1">
          <p15:clr>
            <a:srgbClr val="A4A3A4"/>
          </p15:clr>
        </p15:guide>
        <p15:guide id="2" orient="horz" pos="822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ul J. Freudenthaler" initials="PJF" lastIdx="1" clrIdx="0">
    <p:extLst>
      <p:ext uri="{19B8F6BF-5375-455C-9EA6-DF929625EA0E}">
        <p15:presenceInfo xmlns:p15="http://schemas.microsoft.com/office/powerpoint/2012/main" userId="Paul J. Freudentha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A0"/>
    <a:srgbClr val="4CAC4E"/>
    <a:srgbClr val="FFFFFF"/>
    <a:srgbClr val="00ADBA"/>
    <a:srgbClr val="00ADBB"/>
    <a:srgbClr val="7F7F7F"/>
    <a:srgbClr val="0070C0"/>
    <a:srgbClr val="46B0BD"/>
    <a:srgbClr val="808288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255DBB-C6E4-4A42-8857-4D451DC5B086}" v="27" dt="2025-09-11T11:36:13.0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50" autoAdjust="0"/>
    <p:restoredTop sz="94164" autoAdjust="0"/>
  </p:normalViewPr>
  <p:slideViewPr>
    <p:cSldViewPr snapToGrid="0">
      <p:cViewPr varScale="1">
        <p:scale>
          <a:sx n="148" d="100"/>
          <a:sy n="148" d="100"/>
        </p:scale>
        <p:origin x="1128" y="92"/>
      </p:cViewPr>
      <p:guideLst>
        <p:guide orient="horz" pos="1026"/>
        <p:guide orient="horz" pos="82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48" d="100"/>
        <a:sy n="48" d="100"/>
      </p:scale>
      <p:origin x="0" y="0"/>
    </p:cViewPr>
  </p:sorterViewPr>
  <p:notesViewPr>
    <p:cSldViewPr snapToGrid="0">
      <p:cViewPr varScale="1">
        <p:scale>
          <a:sx n="110" d="100"/>
          <a:sy n="110" d="100"/>
        </p:scale>
        <p:origin x="5208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065" cy="497333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092" y="1"/>
            <a:ext cx="2946065" cy="497333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r">
              <a:defRPr sz="1200"/>
            </a:lvl1pPr>
          </a:lstStyle>
          <a:p>
            <a:fld id="{05E02316-A3A9-40CE-8399-988D8D269502}" type="datetimeFigureOut">
              <a:rPr lang="de-AT" smtClean="0"/>
              <a:t>11.09.2025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305"/>
            <a:ext cx="2946065" cy="497333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092" y="9429305"/>
            <a:ext cx="2946065" cy="497333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r">
              <a:defRPr sz="1200"/>
            </a:lvl1pPr>
          </a:lstStyle>
          <a:p>
            <a:fld id="{5C731D18-B53C-4622-9947-A3FBDDB0C9B1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7117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6065" cy="497333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092" y="1"/>
            <a:ext cx="2946065" cy="497333"/>
          </a:xfrm>
          <a:prstGeom prst="rect">
            <a:avLst/>
          </a:prstGeom>
        </p:spPr>
        <p:txBody>
          <a:bodyPr vert="horz" lIns="88203" tIns="44102" rIns="88203" bIns="44102" rtlCol="0"/>
          <a:lstStyle>
            <a:lvl1pPr algn="r">
              <a:defRPr sz="1200"/>
            </a:lvl1pPr>
          </a:lstStyle>
          <a:p>
            <a:fld id="{F5E89DEF-C035-41A2-9AFE-A6026D4C04BE}" type="datetimeFigureOut">
              <a:rPr lang="de-AT" smtClean="0"/>
              <a:t>11.09.2025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03" tIns="44102" rIns="88203" bIns="44102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160" y="4777782"/>
            <a:ext cx="5439355" cy="3907834"/>
          </a:xfrm>
          <a:prstGeom prst="rect">
            <a:avLst/>
          </a:prstGeom>
        </p:spPr>
        <p:txBody>
          <a:bodyPr vert="horz" lIns="88203" tIns="44102" rIns="88203" bIns="44102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305"/>
            <a:ext cx="2946065" cy="497333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092" y="9429305"/>
            <a:ext cx="2946065" cy="497333"/>
          </a:xfrm>
          <a:prstGeom prst="rect">
            <a:avLst/>
          </a:prstGeom>
        </p:spPr>
        <p:txBody>
          <a:bodyPr vert="horz" lIns="88203" tIns="44102" rIns="88203" bIns="44102" rtlCol="0" anchor="b"/>
          <a:lstStyle>
            <a:lvl1pPr algn="r">
              <a:defRPr sz="1200"/>
            </a:lvl1pPr>
          </a:lstStyle>
          <a:p>
            <a:fld id="{BEF2A079-E7F8-4A78-8EEA-DD00A8D5DE37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3724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F2A079-E7F8-4A78-8EEA-DD00A8D5DE37}" type="slidenum">
              <a:rPr lang="de-AT" smtClean="0"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38252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237" y="1575534"/>
            <a:ext cx="7118144" cy="503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875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JKU Logo gra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7096"/>
            <a:ext cx="7118139" cy="503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433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6724" cy="2009172"/>
          </a:xfrm>
        </p:spPr>
        <p:txBody>
          <a:bodyPr anchor="b" anchorCtr="0"/>
          <a:lstStyle>
            <a:lvl1pPr>
              <a:defRPr sz="4500" baseline="0"/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314" y="556148"/>
            <a:ext cx="1932056" cy="1365877"/>
          </a:xfrm>
          <a:prstGeom prst="rect">
            <a:avLst/>
          </a:prstGeom>
        </p:spPr>
      </p:pic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083665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3509845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2" hasCustomPrompt="1"/>
          </p:nvPr>
        </p:nvSpPr>
        <p:spPr>
          <a:xfrm>
            <a:off x="10175809" y="4929568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909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/ Schluss mit Logo farbi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10" name="Rechteck 9"/>
          <p:cNvSpPr/>
          <p:nvPr userDrawn="1"/>
        </p:nvSpPr>
        <p:spPr>
          <a:xfrm>
            <a:off x="475590" y="4058958"/>
            <a:ext cx="3446264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4400" dirty="0" err="1">
                <a:solidFill>
                  <a:schemeClr val="bg1"/>
                </a:solidFill>
                <a:latin typeface="+mj-lt"/>
              </a:rPr>
              <a:t>muchmore</a:t>
            </a:r>
            <a:endParaRPr lang="de-AT" sz="4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6570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65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far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948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 Kooperati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16" hasCustomPrompt="1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17" hasCustomPrompt="1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 Kooperation mit</a:t>
            </a:r>
          </a:p>
        </p:txBody>
      </p:sp>
      <p:sp>
        <p:nvSpPr>
          <p:cNvPr id="19" name="Bildplatzhalter 6"/>
          <p:cNvSpPr>
            <a:spLocks noGrp="1"/>
          </p:cNvSpPr>
          <p:nvPr>
            <p:ph type="pic" sz="quarter" idx="26" hasCustomPrompt="1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1" name="Bildplatzhalter 6"/>
          <p:cNvSpPr>
            <a:spLocks noGrp="1"/>
          </p:cNvSpPr>
          <p:nvPr>
            <p:ph type="pic" sz="quarter" idx="27" hasCustomPrompt="1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2" name="Bildplatzhalter 6"/>
          <p:cNvSpPr>
            <a:spLocks noGrp="1"/>
          </p:cNvSpPr>
          <p:nvPr>
            <p:ph type="pic" sz="quarter" idx="28" hasCustomPrompt="1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3" name="Bildplatzhalter 6"/>
          <p:cNvSpPr>
            <a:spLocks noGrp="1"/>
          </p:cNvSpPr>
          <p:nvPr>
            <p:ph type="pic" sz="quarter" idx="29" hasCustomPrompt="1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4" name="Bildplatzhalter 6"/>
          <p:cNvSpPr>
            <a:spLocks noGrp="1"/>
          </p:cNvSpPr>
          <p:nvPr>
            <p:ph type="pic" sz="quarter" idx="30" hasCustomPrompt="1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5" name="Bildplatzhalter 6"/>
          <p:cNvSpPr>
            <a:spLocks noGrp="1"/>
          </p:cNvSpPr>
          <p:nvPr>
            <p:ph type="pic" sz="quarter" idx="31" hasCustomPrompt="1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0" name="Datumsplatzhalter 29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31" name="Fußzeilenplatzhalter 30"/>
          <p:cNvSpPr>
            <a:spLocks noGrp="1"/>
          </p:cNvSpPr>
          <p:nvPr>
            <p:ph type="ftr" sz="quarter" idx="33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Autor</a:t>
            </a:r>
            <a:r>
              <a:rPr lang="en-US" dirty="0"/>
              <a:t> und LVA-</a:t>
            </a:r>
            <a:r>
              <a:rPr lang="en-US" dirty="0" err="1"/>
              <a:t>Nummer</a:t>
            </a:r>
            <a:endParaRPr lang="en-US" dirty="0"/>
          </a:p>
        </p:txBody>
      </p:sp>
      <p:sp>
        <p:nvSpPr>
          <p:cNvPr id="32" name="Foliennummernplatzhalter 31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524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>
          <p15:clr>
            <a:srgbClr val="FBAE40"/>
          </p15:clr>
        </p15:guide>
        <p15:guide id="2" pos="54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5000"/>
              </a:lnSpc>
              <a:spcBef>
                <a:spcPts val="1600"/>
              </a:spcBef>
              <a:buFontTx/>
              <a:buNone/>
              <a:defRPr sz="1700" baseline="0">
                <a:latin typeface="+mj-lt"/>
              </a:defRPr>
            </a:lvl1pPr>
            <a:lvl2pPr marL="285750" indent="-285750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/>
            </a:lvl2pPr>
          </a:lstStyle>
          <a:p>
            <a:pPr lvl="0"/>
            <a:r>
              <a:rPr lang="de-DE" dirty="0"/>
              <a:t>Kapitel 1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2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3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4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5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1"/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44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bild, schwarz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40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143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bild, weiß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3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695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078138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Vergleich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843" y="1639640"/>
            <a:ext cx="5399024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2918" y="1638582"/>
            <a:ext cx="5398407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16.10.2015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5298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ss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6701" y="1638300"/>
            <a:ext cx="3474625" cy="45103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1513"/>
            <a:ext cx="7213600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4981"/>
            <a:ext cx="7213600" cy="2741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großes Bild und Text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8987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m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069754" y="1724299"/>
            <a:ext cx="8075595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048933" y="5863959"/>
            <a:ext cx="8096416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Formeln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8899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Video</a:t>
            </a:r>
            <a:endParaRPr lang="de-AT" dirty="0"/>
          </a:p>
        </p:txBody>
      </p:sp>
      <p:sp>
        <p:nvSpPr>
          <p:cNvPr id="7" name="Medienplatzhalter 6"/>
          <p:cNvSpPr>
            <a:spLocks noGrp="1"/>
          </p:cNvSpPr>
          <p:nvPr>
            <p:ph type="media" sz="quarter" idx="13"/>
          </p:nvPr>
        </p:nvSpPr>
        <p:spPr>
          <a:xfrm>
            <a:off x="575733" y="1724302"/>
            <a:ext cx="11035593" cy="44172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Mediaclip durch Klicken auf Symbol hinzufügen</a:t>
            </a:r>
            <a:endParaRPr lang="de-AT" dirty="0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5691"/>
            <a:ext cx="11035593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18269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leine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3 kleine Bilder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8100" y="1639035"/>
            <a:ext cx="7223226" cy="45045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4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5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4" name="Rechteck 13"/>
          <p:cNvSpPr/>
          <p:nvPr userDrawn="1"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8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690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mal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schmales Bild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6048" y="1643149"/>
            <a:ext cx="7225278" cy="44983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0861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Diagramme und Tabellen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2859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JKU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38237" y="1575534"/>
            <a:ext cx="7118144" cy="503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588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JKU Logo gra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39600" y="1577096"/>
            <a:ext cx="7118139" cy="503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1813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el / Schluss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6724" cy="2009172"/>
          </a:xfrm>
        </p:spPr>
        <p:txBody>
          <a:bodyPr anchor="b" anchorCtr="0"/>
          <a:lstStyle>
            <a:lvl1pPr>
              <a:defRPr sz="4500" baseline="0"/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02314" y="556148"/>
            <a:ext cx="1932056" cy="1365877"/>
          </a:xfrm>
          <a:prstGeom prst="rect">
            <a:avLst/>
          </a:prstGeom>
        </p:spPr>
      </p:pic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083665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3509845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2" hasCustomPrompt="1"/>
          </p:nvPr>
        </p:nvSpPr>
        <p:spPr>
          <a:xfrm>
            <a:off x="10175809" y="4929568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522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 / Schluss mit Logo farbi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46873" y="4703524"/>
            <a:ext cx="1361199" cy="962306"/>
          </a:xfrm>
          <a:prstGeom prst="rect">
            <a:avLst/>
          </a:prstGeom>
        </p:spPr>
      </p:pic>
      <p:sp>
        <p:nvSpPr>
          <p:cNvPr id="10" name="Rechteck 9"/>
          <p:cNvSpPr/>
          <p:nvPr userDrawn="1"/>
        </p:nvSpPr>
        <p:spPr>
          <a:xfrm>
            <a:off x="475590" y="4058958"/>
            <a:ext cx="438632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44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rPr>
              <a:t>circPLAST-mr</a:t>
            </a:r>
          </a:p>
        </p:txBody>
      </p:sp>
    </p:spTree>
    <p:extLst>
      <p:ext uri="{BB962C8B-B14F-4D97-AF65-F5344CB8AC3E}">
        <p14:creationId xmlns:p14="http://schemas.microsoft.com/office/powerpoint/2010/main" val="5483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447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far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651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Übersicht Kooperati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16" hasCustomPrompt="1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17" hasCustomPrompt="1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 Kooperation mit</a:t>
            </a:r>
          </a:p>
        </p:txBody>
      </p:sp>
      <p:sp>
        <p:nvSpPr>
          <p:cNvPr id="19" name="Bildplatzhalter 6"/>
          <p:cNvSpPr>
            <a:spLocks noGrp="1"/>
          </p:cNvSpPr>
          <p:nvPr>
            <p:ph type="pic" sz="quarter" idx="26" hasCustomPrompt="1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1" name="Bildplatzhalter 6"/>
          <p:cNvSpPr>
            <a:spLocks noGrp="1"/>
          </p:cNvSpPr>
          <p:nvPr>
            <p:ph type="pic" sz="quarter" idx="27" hasCustomPrompt="1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2" name="Bildplatzhalter 6"/>
          <p:cNvSpPr>
            <a:spLocks noGrp="1"/>
          </p:cNvSpPr>
          <p:nvPr>
            <p:ph type="pic" sz="quarter" idx="28" hasCustomPrompt="1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3" name="Bildplatzhalter 6"/>
          <p:cNvSpPr>
            <a:spLocks noGrp="1"/>
          </p:cNvSpPr>
          <p:nvPr>
            <p:ph type="pic" sz="quarter" idx="29" hasCustomPrompt="1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4" name="Bildplatzhalter 6"/>
          <p:cNvSpPr>
            <a:spLocks noGrp="1"/>
          </p:cNvSpPr>
          <p:nvPr>
            <p:ph type="pic" sz="quarter" idx="30" hasCustomPrompt="1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5" name="Bildplatzhalter 6"/>
          <p:cNvSpPr>
            <a:spLocks noGrp="1"/>
          </p:cNvSpPr>
          <p:nvPr>
            <p:ph type="pic" sz="quarter" idx="31" hasCustomPrompt="1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0" name="Datumsplatzhalter 29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31" name="Fußzeilenplatzhalter 30"/>
          <p:cNvSpPr>
            <a:spLocks noGrp="1"/>
          </p:cNvSpPr>
          <p:nvPr>
            <p:ph type="ftr" sz="quarter" idx="33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Autor</a:t>
            </a:r>
            <a:r>
              <a:rPr lang="en-US" dirty="0"/>
              <a:t> und LVA-</a:t>
            </a:r>
            <a:r>
              <a:rPr lang="en-US" dirty="0" err="1"/>
              <a:t>Nummer</a:t>
            </a:r>
            <a:endParaRPr lang="en-US" dirty="0"/>
          </a:p>
        </p:txBody>
      </p:sp>
      <p:sp>
        <p:nvSpPr>
          <p:cNvPr id="32" name="Foliennummernplatzhalter 31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1432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>
          <p15:clr>
            <a:srgbClr val="FBAE40"/>
          </p15:clr>
        </p15:guide>
        <p15:guide id="2" pos="54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5000"/>
              </a:lnSpc>
              <a:spcBef>
                <a:spcPts val="1600"/>
              </a:spcBef>
              <a:buFontTx/>
              <a:buNone/>
              <a:defRPr sz="1700" baseline="0">
                <a:latin typeface="+mj-lt"/>
              </a:defRPr>
            </a:lvl1pPr>
            <a:lvl2pPr marL="285750" indent="-285750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/>
            </a:lvl2pPr>
          </a:lstStyle>
          <a:p>
            <a:pPr lvl="0"/>
            <a:r>
              <a:rPr lang="de-DE" dirty="0"/>
              <a:t>Kapitel 1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2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3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4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5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1"/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74348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bild, schwarz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40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6617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bild, weiß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3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5582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>
          <a:xfrm>
            <a:off x="10321447" y="6358497"/>
            <a:ext cx="1385007" cy="365125"/>
          </a:xfrm>
        </p:spPr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r>
              <a:rPr lang="en-US" dirty="0"/>
              <a:t> | 20.09.2021</a:t>
            </a:r>
          </a:p>
        </p:txBody>
      </p:sp>
    </p:spTree>
    <p:extLst>
      <p:ext uri="{BB962C8B-B14F-4D97-AF65-F5344CB8AC3E}">
        <p14:creationId xmlns:p14="http://schemas.microsoft.com/office/powerpoint/2010/main" val="37665315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glei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Vergleich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843" y="1639640"/>
            <a:ext cx="5399024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2918" y="1638582"/>
            <a:ext cx="5398407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16.10.2015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0952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ss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6701" y="1638300"/>
            <a:ext cx="3474625" cy="45103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1513"/>
            <a:ext cx="7213600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4981"/>
            <a:ext cx="7213600" cy="2741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großes Bild und Text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7465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rm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069754" y="1724299"/>
            <a:ext cx="8075595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048933" y="5863959"/>
            <a:ext cx="8096416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Formeln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3139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Video</a:t>
            </a:r>
            <a:endParaRPr lang="de-AT" dirty="0"/>
          </a:p>
        </p:txBody>
      </p:sp>
      <p:sp>
        <p:nvSpPr>
          <p:cNvPr id="7" name="Medienplatzhalter 6"/>
          <p:cNvSpPr>
            <a:spLocks noGrp="1"/>
          </p:cNvSpPr>
          <p:nvPr>
            <p:ph type="media" sz="quarter" idx="13"/>
          </p:nvPr>
        </p:nvSpPr>
        <p:spPr>
          <a:xfrm>
            <a:off x="575733" y="1724302"/>
            <a:ext cx="11035593" cy="44172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Mediaclip durch Klicken auf Symbol hinzufügen</a:t>
            </a:r>
            <a:endParaRPr lang="de-AT" dirty="0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5691"/>
            <a:ext cx="11035593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276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kleine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3 kleine Bilder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8100" y="1639035"/>
            <a:ext cx="7223226" cy="45045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4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5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4" name="Rechteck 13"/>
          <p:cNvSpPr/>
          <p:nvPr userDrawn="1"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8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2656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chmal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schmales Bild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6048" y="1643149"/>
            <a:ext cx="7225278" cy="44983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42933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Diagramme und Tabellen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803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JKU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8237" y="1575534"/>
            <a:ext cx="7118144" cy="503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582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JKU Logo gra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600" y="1577096"/>
            <a:ext cx="7118139" cy="503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3422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el / Schluss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6577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6724" cy="2009172"/>
          </a:xfrm>
        </p:spPr>
        <p:txBody>
          <a:bodyPr anchor="b" anchorCtr="0"/>
          <a:lstStyle>
            <a:lvl1pPr>
              <a:defRPr sz="4500" baseline="0"/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314" y="556148"/>
            <a:ext cx="1932056" cy="1365877"/>
          </a:xfrm>
          <a:prstGeom prst="rect">
            <a:avLst/>
          </a:prstGeom>
        </p:spPr>
      </p:pic>
      <p:sp>
        <p:nvSpPr>
          <p:cNvPr id="14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51559" y="2083665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1" hasCustomPrompt="1"/>
          </p:nvPr>
        </p:nvSpPr>
        <p:spPr>
          <a:xfrm>
            <a:off x="10151745" y="3509845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2" hasCustomPrompt="1"/>
          </p:nvPr>
        </p:nvSpPr>
        <p:spPr>
          <a:xfrm>
            <a:off x="10175809" y="4929568"/>
            <a:ext cx="1468800" cy="10857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/>
            </a:lvl1pPr>
          </a:lstStyle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</a:t>
            </a:r>
            <a:r>
              <a:rPr lang="en-US" dirty="0" err="1"/>
              <a:t>Partnerlogo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275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el / Schluss mit Logo farbi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7" y="5412164"/>
            <a:ext cx="9212079" cy="7219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9222226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sp>
        <p:nvSpPr>
          <p:cNvPr id="7" name="Textfeld 6"/>
          <p:cNvSpPr txBox="1"/>
          <p:nvPr userDrawn="1"/>
        </p:nvSpPr>
        <p:spPr>
          <a:xfrm>
            <a:off x="10064678" y="5502229"/>
            <a:ext cx="1395661" cy="733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000"/>
              </a:lnSpc>
            </a:pPr>
            <a:r>
              <a:rPr lang="de-AT" sz="800" b="0" dirty="0">
                <a:solidFill>
                  <a:schemeClr val="bg1"/>
                </a:solidFill>
                <a:latin typeface="+mj-lt"/>
              </a:rPr>
              <a:t>JOHANNES</a:t>
            </a:r>
            <a:r>
              <a:rPr lang="de-AT" sz="800" b="0" baseline="0" dirty="0">
                <a:solidFill>
                  <a:schemeClr val="bg1"/>
                </a:solidFill>
                <a:latin typeface="+mj-lt"/>
              </a:rPr>
              <a:t> KEPLER UNIVERSITÄT LINZ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Altenberger Straße 69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4040 Linz, Österreich</a:t>
            </a:r>
          </a:p>
          <a:p>
            <a:pPr>
              <a:lnSpc>
                <a:spcPts val="1000"/>
              </a:lnSpc>
            </a:pPr>
            <a:r>
              <a:rPr lang="de-AT" sz="800" b="0" baseline="0" dirty="0">
                <a:solidFill>
                  <a:schemeClr val="bg1"/>
                </a:solidFill>
                <a:latin typeface="+mn-lt"/>
              </a:rPr>
              <a:t>jku.at</a:t>
            </a:r>
            <a:endParaRPr lang="de-AT" sz="800" b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9" name="Grafik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6873" y="4703524"/>
            <a:ext cx="1361199" cy="962306"/>
          </a:xfrm>
          <a:prstGeom prst="rect">
            <a:avLst/>
          </a:prstGeom>
        </p:spPr>
      </p:pic>
      <p:sp>
        <p:nvSpPr>
          <p:cNvPr id="10" name="Rechteck 9"/>
          <p:cNvSpPr/>
          <p:nvPr userDrawn="1"/>
        </p:nvSpPr>
        <p:spPr>
          <a:xfrm>
            <a:off x="475590" y="4058958"/>
            <a:ext cx="548765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sz="4400" dirty="0" err="1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rPr>
              <a:t>greenPLAST</a:t>
            </a:r>
            <a:r>
              <a:rPr lang="de-AT" sz="44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rPr>
              <a:t>-food</a:t>
            </a:r>
          </a:p>
        </p:txBody>
      </p:sp>
    </p:spTree>
    <p:extLst>
      <p:ext uri="{BB962C8B-B14F-4D97-AF65-F5344CB8AC3E}">
        <p14:creationId xmlns:p14="http://schemas.microsoft.com/office/powerpoint/2010/main" val="3334572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55" t="15293" r="42710" b="38849"/>
          <a:stretch/>
        </p:blipFill>
        <p:spPr>
          <a:xfrm>
            <a:off x="304246" y="3236317"/>
            <a:ext cx="2520000" cy="2307271"/>
          </a:xfrm>
          <a:prstGeom prst="rect">
            <a:avLst/>
          </a:prstGeom>
        </p:spPr>
      </p:pic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17.01.2025</a:t>
            </a:r>
            <a:endParaRPr lang="en-US" dirty="0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240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far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 userDrawn="1"/>
        </p:nvSpPr>
        <p:spPr>
          <a:xfrm>
            <a:off x="0" y="0"/>
            <a:ext cx="12192000" cy="6143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5736" y="5412164"/>
            <a:ext cx="11142383" cy="7314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Platz für Details und nächste Schritte.</a:t>
            </a:r>
            <a:endParaRPr lang="en-US" dirty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>
          <a:xfrm>
            <a:off x="475590" y="1307110"/>
            <a:ext cx="11152530" cy="2009172"/>
          </a:xfrm>
        </p:spPr>
        <p:txBody>
          <a:bodyPr anchor="b" anchorCtr="0"/>
          <a:lstStyle>
            <a:lvl1pPr>
              <a:defRPr sz="4500"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 </a:t>
            </a:r>
            <a:br>
              <a:rPr lang="de-DE" dirty="0"/>
            </a:br>
            <a:r>
              <a:rPr lang="de-DE" dirty="0"/>
              <a:t>den Titel</a:t>
            </a:r>
            <a:endParaRPr lang="de-AT" dirty="0"/>
          </a:p>
        </p:txBody>
      </p:sp>
      <p:pic>
        <p:nvPicPr>
          <p:cNvPr id="18" name="Grafik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71" y="3231115"/>
            <a:ext cx="2196000" cy="2196083"/>
          </a:xfrm>
          <a:prstGeom prst="rect">
            <a:avLst/>
          </a:prstGeom>
        </p:spPr>
      </p:pic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17.01.2025</a:t>
            </a:r>
            <a:endParaRPr lang="en-US" dirty="0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Platz für Autor und LVA-Nummer</a:t>
            </a:r>
            <a:endParaRPr lang="en-US" dirty="0"/>
          </a:p>
        </p:txBody>
      </p:sp>
      <p:sp>
        <p:nvSpPr>
          <p:cNvPr id="21" name="Foliennummernplatzhalt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471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24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Übersicht Kooperati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 hasCustomPrompt="1"/>
          </p:nvPr>
        </p:nvSpPr>
        <p:spPr>
          <a:xfrm>
            <a:off x="8241458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0" name="Bildplatzhalter 6"/>
          <p:cNvSpPr>
            <a:spLocks noGrp="1"/>
          </p:cNvSpPr>
          <p:nvPr>
            <p:ph type="pic" sz="quarter" idx="16" hasCustomPrompt="1"/>
          </p:nvPr>
        </p:nvSpPr>
        <p:spPr>
          <a:xfrm>
            <a:off x="574656" y="1721189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17" hasCustomPrompt="1"/>
          </p:nvPr>
        </p:nvSpPr>
        <p:spPr>
          <a:xfrm>
            <a:off x="4407277" y="1720152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 Kooperation mit</a:t>
            </a:r>
          </a:p>
        </p:txBody>
      </p:sp>
      <p:sp>
        <p:nvSpPr>
          <p:cNvPr id="19" name="Bildplatzhalter 6"/>
          <p:cNvSpPr>
            <a:spLocks noGrp="1"/>
          </p:cNvSpPr>
          <p:nvPr>
            <p:ph type="pic" sz="quarter" idx="26" hasCustomPrompt="1"/>
          </p:nvPr>
        </p:nvSpPr>
        <p:spPr>
          <a:xfrm>
            <a:off x="8241458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1" name="Bildplatzhalter 6"/>
          <p:cNvSpPr>
            <a:spLocks noGrp="1"/>
          </p:cNvSpPr>
          <p:nvPr>
            <p:ph type="pic" sz="quarter" idx="27" hasCustomPrompt="1"/>
          </p:nvPr>
        </p:nvSpPr>
        <p:spPr>
          <a:xfrm>
            <a:off x="574656" y="329132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2" name="Bildplatzhalter 6"/>
          <p:cNvSpPr>
            <a:spLocks noGrp="1"/>
          </p:cNvSpPr>
          <p:nvPr>
            <p:ph type="pic" sz="quarter" idx="28" hasCustomPrompt="1"/>
          </p:nvPr>
        </p:nvSpPr>
        <p:spPr>
          <a:xfrm>
            <a:off x="4407277" y="329029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3" name="Bildplatzhalter 6"/>
          <p:cNvSpPr>
            <a:spLocks noGrp="1"/>
          </p:cNvSpPr>
          <p:nvPr>
            <p:ph type="pic" sz="quarter" idx="29" hasCustomPrompt="1"/>
          </p:nvPr>
        </p:nvSpPr>
        <p:spPr>
          <a:xfrm>
            <a:off x="8246376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4" name="Bildplatzhalter 6"/>
          <p:cNvSpPr>
            <a:spLocks noGrp="1"/>
          </p:cNvSpPr>
          <p:nvPr>
            <p:ph type="pic" sz="quarter" idx="30" hasCustomPrompt="1"/>
          </p:nvPr>
        </p:nvSpPr>
        <p:spPr>
          <a:xfrm>
            <a:off x="579574" y="4867487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25" name="Bildplatzhalter 6"/>
          <p:cNvSpPr>
            <a:spLocks noGrp="1"/>
          </p:cNvSpPr>
          <p:nvPr>
            <p:ph type="pic" sz="quarter" idx="31" hasCustomPrompt="1"/>
          </p:nvPr>
        </p:nvSpPr>
        <p:spPr>
          <a:xfrm>
            <a:off x="4412195" y="4866450"/>
            <a:ext cx="3384000" cy="12708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/>
            </a:lvl1pPr>
          </a:lstStyle>
          <a:p>
            <a:r>
              <a:rPr lang="de-AT" dirty="0"/>
              <a:t>Platz für ein Partnerlogo</a:t>
            </a:r>
            <a:endParaRPr lang="en-US" dirty="0"/>
          </a:p>
          <a:p>
            <a:endParaRPr lang="en-US" dirty="0"/>
          </a:p>
        </p:txBody>
      </p:sp>
      <p:sp>
        <p:nvSpPr>
          <p:cNvPr id="30" name="Datumsplatzhalter 29"/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r>
              <a:rPr lang="de-DE" dirty="0"/>
              <a:t>17.01.2025</a:t>
            </a:r>
            <a:endParaRPr lang="en-US" dirty="0"/>
          </a:p>
        </p:txBody>
      </p:sp>
      <p:sp>
        <p:nvSpPr>
          <p:cNvPr id="31" name="Fußzeilenplatzhalter 30"/>
          <p:cNvSpPr>
            <a:spLocks noGrp="1"/>
          </p:cNvSpPr>
          <p:nvPr>
            <p:ph type="ftr" sz="quarter" idx="33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 err="1"/>
              <a:t>Platz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Autor</a:t>
            </a:r>
            <a:r>
              <a:rPr lang="en-US" dirty="0"/>
              <a:t> und LVA-</a:t>
            </a:r>
            <a:r>
              <a:rPr lang="en-US" dirty="0" err="1"/>
              <a:t>Nummer</a:t>
            </a:r>
            <a:endParaRPr lang="en-US" dirty="0"/>
          </a:p>
        </p:txBody>
      </p:sp>
      <p:sp>
        <p:nvSpPr>
          <p:cNvPr id="32" name="Foliennummernplatzhalter 31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5616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6" userDrawn="1">
          <p15:clr>
            <a:srgbClr val="FBAE40"/>
          </p15:clr>
        </p15:guide>
        <p15:guide id="2" pos="544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Übersic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3093" y="636613"/>
            <a:ext cx="10845364" cy="54992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5000"/>
              </a:lnSpc>
              <a:spcBef>
                <a:spcPts val="1600"/>
              </a:spcBef>
              <a:buFontTx/>
              <a:buNone/>
              <a:defRPr sz="1700" baseline="0">
                <a:latin typeface="+mj-lt"/>
              </a:defRPr>
            </a:lvl1pPr>
            <a:lvl2pPr marL="285750" indent="-285750">
              <a:lnSpc>
                <a:spcPct val="105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/>
            </a:lvl2pPr>
          </a:lstStyle>
          <a:p>
            <a:pPr lvl="0"/>
            <a:r>
              <a:rPr lang="de-DE" dirty="0"/>
              <a:t>Kapitel 1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2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3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4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0"/>
            <a:r>
              <a:rPr lang="de-DE" dirty="0"/>
              <a:t>Kapitel 5</a:t>
            </a:r>
          </a:p>
          <a:p>
            <a:pPr lvl="1"/>
            <a:r>
              <a:rPr lang="de-DE" dirty="0"/>
              <a:t>Unterkapitel 1</a:t>
            </a:r>
          </a:p>
          <a:p>
            <a:pPr lvl="1"/>
            <a:r>
              <a:rPr lang="de-DE" dirty="0"/>
              <a:t>Unterkapitel 2</a:t>
            </a:r>
          </a:p>
          <a:p>
            <a:pPr lvl="1"/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7171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bild, schwarz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40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94285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bild, weiß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531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großes Imagebild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90185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542" y="1621584"/>
            <a:ext cx="11139784" cy="451674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471542" y="5858820"/>
            <a:ext cx="11139784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>
          <a:xfrm>
            <a:off x="10321447" y="6358497"/>
            <a:ext cx="1385007" cy="365125"/>
          </a:xfrm>
        </p:spPr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r>
              <a:rPr lang="en-US" dirty="0"/>
              <a:t> | 17.01.2025</a:t>
            </a:r>
          </a:p>
        </p:txBody>
      </p:sp>
    </p:spTree>
    <p:extLst>
      <p:ext uri="{BB962C8B-B14F-4D97-AF65-F5344CB8AC3E}">
        <p14:creationId xmlns:p14="http://schemas.microsoft.com/office/powerpoint/2010/main" val="36649936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glei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Vergleich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6843" y="1639640"/>
            <a:ext cx="5399024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2918" y="1638582"/>
            <a:ext cx="5398407" cy="451351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16.10.2015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30156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oss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6701" y="1638300"/>
            <a:ext cx="3474625" cy="45103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1513"/>
            <a:ext cx="7213600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4981"/>
            <a:ext cx="7213600" cy="27411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großes Bild und Text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3958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rm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2069754" y="1724299"/>
            <a:ext cx="8075595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/>
          </a:p>
        </p:txBody>
      </p:sp>
      <p:sp>
        <p:nvSpPr>
          <p:cNvPr id="10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2048933" y="5863959"/>
            <a:ext cx="8096416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Formeln</a:t>
            </a:r>
            <a:endParaRPr lang="de-AT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6943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 und Video</a:t>
            </a:r>
            <a:endParaRPr lang="de-AT" dirty="0"/>
          </a:p>
        </p:txBody>
      </p:sp>
      <p:sp>
        <p:nvSpPr>
          <p:cNvPr id="7" name="Medienplatzhalter 6"/>
          <p:cNvSpPr>
            <a:spLocks noGrp="1"/>
          </p:cNvSpPr>
          <p:nvPr>
            <p:ph type="media" sz="quarter" idx="13"/>
          </p:nvPr>
        </p:nvSpPr>
        <p:spPr>
          <a:xfrm>
            <a:off x="575733" y="1724302"/>
            <a:ext cx="11035593" cy="44172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Mediaclip durch Klicken auf Symbol hinzufügen</a:t>
            </a:r>
            <a:endParaRPr lang="de-AT" dirty="0"/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25" hasCustomPrompt="1"/>
          </p:nvPr>
        </p:nvSpPr>
        <p:spPr>
          <a:xfrm>
            <a:off x="575733" y="5865691"/>
            <a:ext cx="11035593" cy="278127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83000"/>
              </a:lnSpc>
              <a:buNone/>
              <a:defRPr sz="800" b="0">
                <a:latin typeface="+mn-lt"/>
              </a:defRPr>
            </a:lvl1pPr>
            <a:lvl2pPr marL="198000" indent="0">
              <a:lnSpc>
                <a:spcPts val="1000"/>
              </a:lnSpc>
              <a:buNone/>
              <a:defRPr sz="750"/>
            </a:lvl2pPr>
            <a:lvl3pPr marL="396000" indent="0">
              <a:lnSpc>
                <a:spcPts val="1000"/>
              </a:lnSpc>
              <a:buNone/>
              <a:defRPr sz="750"/>
            </a:lvl3pPr>
            <a:lvl4pPr marL="594000" indent="0">
              <a:lnSpc>
                <a:spcPts val="1000"/>
              </a:lnSpc>
              <a:buNone/>
              <a:defRPr sz="750"/>
            </a:lvl4pPr>
            <a:lvl5pPr marL="792000" indent="0">
              <a:lnSpc>
                <a:spcPts val="1000"/>
              </a:lnSpc>
              <a:buNone/>
              <a:defRPr sz="750"/>
            </a:lvl5pPr>
          </a:lstStyle>
          <a:p>
            <a:pPr lvl="0"/>
            <a:r>
              <a:rPr lang="de-DE" dirty="0"/>
              <a:t>Quelle: Textmasterformat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90998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3 kleine Bilder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3 kleine Bilder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8100" y="1639035"/>
            <a:ext cx="7223226" cy="45045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7711" y="1725845"/>
            <a:ext cx="3393156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4"/>
          </p:nvPr>
        </p:nvSpPr>
        <p:spPr>
          <a:xfrm>
            <a:off x="577703" y="3254918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5"/>
          </p:nvPr>
        </p:nvSpPr>
        <p:spPr>
          <a:xfrm>
            <a:off x="577703" y="4775571"/>
            <a:ext cx="3393063" cy="136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14" name="Rechteck 13"/>
          <p:cNvSpPr/>
          <p:nvPr userDrawn="1"/>
        </p:nvSpPr>
        <p:spPr>
          <a:xfrm>
            <a:off x="4911547" y="1444171"/>
            <a:ext cx="626533" cy="432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 sz="180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7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3753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chmales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schmales Bild und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6048" y="1643149"/>
            <a:ext cx="7225278" cy="449835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/>
          </p:nvPr>
        </p:nvSpPr>
        <p:spPr>
          <a:xfrm>
            <a:off x="575733" y="1724300"/>
            <a:ext cx="3395133" cy="44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AT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41577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 dirty="0"/>
              <a:t>Platz für</a:t>
            </a:r>
            <a:br>
              <a:rPr lang="de-DE" dirty="0"/>
            </a:br>
            <a:r>
              <a:rPr lang="de-DE" dirty="0"/>
              <a:t>Titel, Diagramme und Tabellen</a:t>
            </a:r>
            <a:endParaRPr lang="de-AT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Jörg Fischer, LVA </a:t>
            </a:r>
            <a:r>
              <a:rPr lang="en-US" dirty="0" err="1"/>
              <a:t>Nr</a:t>
            </a:r>
            <a:r>
              <a:rPr lang="en-US" dirty="0"/>
              <a:t>. 380020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7533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de-DE"/>
              <a:t>Platz für</a:t>
            </a:r>
            <a:br>
              <a:rPr lang="de-DE"/>
            </a:br>
            <a:r>
              <a:rPr lang="de-DE"/>
              <a:t>Titel, Diagramme und Tabellen</a:t>
            </a:r>
            <a:endParaRPr lang="de-AT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16.10.2015</a:t>
            </a:r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>
          <a:xfrm>
            <a:off x="5890366" y="6348972"/>
            <a:ext cx="2425046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Jörg Fischer, LVA </a:t>
            </a:r>
            <a:r>
              <a:rPr lang="en-US" err="1"/>
              <a:t>Nr</a:t>
            </a:r>
            <a:r>
              <a:rPr lang="en-US"/>
              <a:t>. 380020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3185B-C653-42AE-8B74-FF214C29157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67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122" y="575031"/>
            <a:ext cx="11124204" cy="98981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DE" dirty="0"/>
              <a:t>Titelmusterformat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5432" y="6356982"/>
            <a:ext cx="817754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16.10.2015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9025" y="6358497"/>
            <a:ext cx="1347429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>
                <a:solidFill>
                  <a:schemeClr val="tx1"/>
                </a:solidFill>
                <a:latin typeface="+mn-lt"/>
              </a:defRPr>
            </a:lvl1pPr>
          </a:lstStyle>
          <a:p>
            <a:fld id="{68F3185B-C653-42AE-8B74-FF214C291574}" type="slidenum">
              <a:rPr lang="en-US" smtClean="0"/>
              <a:pPr/>
              <a:t>‹Nr.›</a:t>
            </a:fld>
            <a:r>
              <a:rPr lang="en-US" dirty="0"/>
              <a:t> | 17.01.2025</a:t>
            </a:r>
          </a:p>
        </p:txBody>
      </p:sp>
      <p:sp>
        <p:nvSpPr>
          <p:cNvPr id="33" name="Textplatzhalter 32"/>
          <p:cNvSpPr>
            <a:spLocks noGrp="1"/>
          </p:cNvSpPr>
          <p:nvPr>
            <p:ph type="body" idx="1"/>
          </p:nvPr>
        </p:nvSpPr>
        <p:spPr>
          <a:xfrm>
            <a:off x="470188" y="1619798"/>
            <a:ext cx="11141138" cy="4513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Rechteck 6"/>
          <p:cNvSpPr/>
          <p:nvPr userDrawn="1"/>
        </p:nvSpPr>
        <p:spPr>
          <a:xfrm>
            <a:off x="470188" y="6356982"/>
            <a:ext cx="15181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AT" dirty="0" err="1">
                <a:solidFill>
                  <a:srgbClr val="0072A0"/>
                </a:solidFill>
                <a:latin typeface="+mj-lt"/>
              </a:rPr>
              <a:t>muchmore</a:t>
            </a:r>
            <a:endParaRPr lang="de-AT" dirty="0">
              <a:solidFill>
                <a:srgbClr val="0072A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26194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667" r:id="rId37"/>
    <p:sldLayoutId id="2147483679" r:id="rId38"/>
    <p:sldLayoutId id="2147483680" r:id="rId39"/>
    <p:sldLayoutId id="2147483681" r:id="rId40"/>
    <p:sldLayoutId id="2147483683" r:id="rId41"/>
    <p:sldLayoutId id="2147483682" r:id="rId42"/>
    <p:sldLayoutId id="2147483669" r:id="rId43"/>
    <p:sldLayoutId id="2147483670" r:id="rId44"/>
    <p:sldLayoutId id="2147483666" r:id="rId45"/>
    <p:sldLayoutId id="2147483677" r:id="rId46"/>
    <p:sldLayoutId id="2147483662" r:id="rId47"/>
    <p:sldLayoutId id="2147483664" r:id="rId48"/>
    <p:sldLayoutId id="2147483671" r:id="rId49"/>
    <p:sldLayoutId id="2147483672" r:id="rId50"/>
    <p:sldLayoutId id="2147483673" r:id="rId51"/>
    <p:sldLayoutId id="2147483675" r:id="rId52"/>
    <p:sldLayoutId id="2147483674" r:id="rId53"/>
    <p:sldLayoutId id="2147483678" r:id="rId54"/>
    <p:sldLayoutId id="2147483725" r:id="rId55"/>
  </p:sldLayoutIdLst>
  <p:hf hdr="0" dt="0"/>
  <p:txStyles>
    <p:titleStyle>
      <a:lvl1pPr algn="l" defTabSz="914400" rtl="0" eaLnBrk="1" latinLnBrk="0" hangingPunct="1">
        <a:lnSpc>
          <a:spcPct val="83000"/>
        </a:lnSpc>
        <a:spcBef>
          <a:spcPct val="0"/>
        </a:spcBef>
        <a:buNone/>
        <a:defRPr sz="30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05000"/>
        </a:lnSpc>
        <a:spcBef>
          <a:spcPts val="800"/>
        </a:spcBef>
        <a:buSzPct val="12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05000"/>
        </a:lnSpc>
        <a:spcBef>
          <a:spcPts val="0"/>
        </a:spcBef>
        <a:buSzPct val="125000"/>
        <a:buFont typeface="Arial" panose="020B0604020202020204" pitchFamily="34" charset="0"/>
        <a:buChar char="◦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05000"/>
        </a:lnSpc>
        <a:spcBef>
          <a:spcPts val="0"/>
        </a:spcBef>
        <a:buSzPct val="85000"/>
        <a:buFont typeface="Wingdings" panose="05000000000000000000" pitchFamily="2" charset="2"/>
        <a:buChar char="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105000"/>
        </a:lnSpc>
        <a:spcBef>
          <a:spcPts val="0"/>
        </a:spcBef>
        <a:buSzPct val="110000"/>
        <a:buFont typeface="Arial" panose="020B06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105000"/>
        </a:lnSpc>
        <a:spcBef>
          <a:spcPts val="0"/>
        </a:spcBef>
        <a:buSzPct val="65000"/>
        <a:buFont typeface="Wingdings 2" panose="05020102010507070707" pitchFamily="18" charset="2"/>
        <a:buChar char="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8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475589" y="547305"/>
            <a:ext cx="9530423" cy="2263841"/>
          </a:xfrm>
        </p:spPr>
        <p:txBody>
          <a:bodyPr/>
          <a:lstStyle/>
          <a:p>
            <a:pPr>
              <a:spcBef>
                <a:spcPts val="1200"/>
              </a:spcBef>
            </a:pPr>
            <a:br>
              <a:rPr lang="de-AT" sz="4000" dirty="0"/>
            </a:br>
            <a:r>
              <a:rPr lang="de-AT" sz="4000" dirty="0"/>
              <a:t>PP/PS-</a:t>
            </a:r>
            <a:r>
              <a:rPr lang="de-AT" sz="4000" dirty="0" err="1"/>
              <a:t>Blends</a:t>
            </a:r>
            <a:br>
              <a:rPr lang="de-AT" sz="4000" dirty="0"/>
            </a:br>
            <a:r>
              <a:rPr lang="de-AT" sz="4000" dirty="0"/>
              <a:t>Mikroskopie</a:t>
            </a:r>
            <a:br>
              <a:rPr lang="de-AT" sz="4000" dirty="0"/>
            </a:br>
            <a:endParaRPr lang="de-AT" sz="2800" strike="sngStrike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" name="Titel 2"/>
          <p:cNvSpPr txBox="1">
            <a:spLocks/>
          </p:cNvSpPr>
          <p:nvPr/>
        </p:nvSpPr>
        <p:spPr>
          <a:xfrm>
            <a:off x="475589" y="5116486"/>
            <a:ext cx="9362678" cy="8223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3000"/>
              </a:lnSpc>
              <a:spcBef>
                <a:spcPct val="0"/>
              </a:spcBef>
              <a:buNone/>
              <a:defRPr sz="450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spcBef>
                <a:spcPts val="1200"/>
              </a:spcBef>
            </a:pPr>
            <a:r>
              <a:rPr lang="de-AT" sz="1800" dirty="0"/>
              <a:t>Laura Hader-Kregl</a:t>
            </a:r>
            <a:endParaRPr lang="de-AT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5901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70892CBE-4C06-C7D2-D55E-57BBA1874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Proben</a:t>
            </a:r>
            <a:endParaRPr lang="en-GB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6A23CE3-775C-F304-6DA5-430B385AC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C4DFDA2-4F18-C949-FEFA-A83363EDA3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521D38AA-B8AF-CD66-D9E5-3D462D6CD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484113"/>
              </p:ext>
            </p:extLst>
          </p:nvPr>
        </p:nvGraphicFramePr>
        <p:xfrm>
          <a:off x="868247" y="2178158"/>
          <a:ext cx="10289150" cy="3403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74411">
                  <a:extLst>
                    <a:ext uri="{9D8B030D-6E8A-4147-A177-3AD203B41FA5}">
                      <a16:colId xmlns:a16="http://schemas.microsoft.com/office/drawing/2014/main" val="1643152276"/>
                    </a:ext>
                  </a:extLst>
                </a:gridCol>
                <a:gridCol w="1974411">
                  <a:extLst>
                    <a:ext uri="{9D8B030D-6E8A-4147-A177-3AD203B41FA5}">
                      <a16:colId xmlns:a16="http://schemas.microsoft.com/office/drawing/2014/main" val="1808037489"/>
                    </a:ext>
                  </a:extLst>
                </a:gridCol>
                <a:gridCol w="1974411">
                  <a:extLst>
                    <a:ext uri="{9D8B030D-6E8A-4147-A177-3AD203B41FA5}">
                      <a16:colId xmlns:a16="http://schemas.microsoft.com/office/drawing/2014/main" val="2760120079"/>
                    </a:ext>
                  </a:extLst>
                </a:gridCol>
                <a:gridCol w="1974411">
                  <a:extLst>
                    <a:ext uri="{9D8B030D-6E8A-4147-A177-3AD203B41FA5}">
                      <a16:colId xmlns:a16="http://schemas.microsoft.com/office/drawing/2014/main" val="2751428848"/>
                    </a:ext>
                  </a:extLst>
                </a:gridCol>
                <a:gridCol w="2391506">
                  <a:extLst>
                    <a:ext uri="{9D8B030D-6E8A-4147-A177-3AD203B41FA5}">
                      <a16:colId xmlns:a16="http://schemas.microsoft.com/office/drawing/2014/main" val="16598027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Bezeichnung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PP:PS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PP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350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5050T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50:50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HE125 MO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GPPS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Trockenmischung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41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5050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50:50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HE125 MO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GPPS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Comp.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8026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7525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75:25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HE125 MO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GPPS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Comp.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3811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5050HIPS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50:50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HE125 MO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Atech</a:t>
                      </a:r>
                      <a:r>
                        <a:rPr lang="de-DE" dirty="0"/>
                        <a:t> 1200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Comp. (schlagzäh-modifiziertes PS)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920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5050redT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50:50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+ rotes </a:t>
                      </a:r>
                      <a:r>
                        <a:rPr lang="de-DE" dirty="0" err="1">
                          <a:solidFill>
                            <a:srgbClr val="FF0000"/>
                          </a:solidFill>
                        </a:rPr>
                        <a:t>masterbatch</a:t>
                      </a:r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GPPS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Trockenmischung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896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7525redT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75:25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FF0000"/>
                          </a:solidFill>
                        </a:rPr>
                        <a:t>+rotes </a:t>
                      </a:r>
                      <a:r>
                        <a:rPr lang="de-DE" dirty="0" err="1">
                          <a:solidFill>
                            <a:srgbClr val="FF0000"/>
                          </a:solidFill>
                        </a:rPr>
                        <a:t>masterbatch</a:t>
                      </a:r>
                      <a:endParaRPr lang="en-GB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GPPS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Trockenmischung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271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9230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37E588-20B5-993D-4A8D-AA1790BBF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Methoden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7D908E-B2BE-AAA6-0AFE-2433B31B2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Lichtmikroskopie</a:t>
            </a:r>
            <a:endParaRPr lang="en-GB" dirty="0"/>
          </a:p>
          <a:p>
            <a:r>
              <a:rPr lang="en-GB" dirty="0"/>
              <a:t>Laserkonfokalmikroskopie</a:t>
            </a:r>
          </a:p>
          <a:p>
            <a:r>
              <a:rPr lang="en-GB" dirty="0"/>
              <a:t>Raman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4630D3A-8B49-F53E-F1CC-1D5D3C1348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5155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053E32-BEC4-3838-33AA-F1BFBEFE7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Lichtmikroskopie</a:t>
            </a:r>
            <a:br>
              <a:rPr lang="de-DE" dirty="0"/>
            </a:br>
            <a:r>
              <a:rPr lang="de-DE" sz="2000" dirty="0">
                <a:latin typeface="+mn-lt"/>
              </a:rPr>
              <a:t>First </a:t>
            </a:r>
            <a:r>
              <a:rPr lang="de-DE" sz="2000" dirty="0" err="1">
                <a:latin typeface="+mn-lt"/>
              </a:rPr>
              <a:t>images</a:t>
            </a:r>
            <a:r>
              <a:rPr lang="de-DE" sz="2000" dirty="0">
                <a:latin typeface="+mn-lt"/>
              </a:rPr>
              <a:t> – Proof </a:t>
            </a:r>
            <a:r>
              <a:rPr lang="de-DE" sz="2000" dirty="0" err="1">
                <a:latin typeface="+mn-lt"/>
              </a:rPr>
              <a:t>of</a:t>
            </a:r>
            <a:r>
              <a:rPr lang="de-DE" sz="2000" dirty="0">
                <a:latin typeface="+mn-lt"/>
              </a:rPr>
              <a:t> </a:t>
            </a:r>
            <a:r>
              <a:rPr lang="de-DE" sz="2000" dirty="0" err="1">
                <a:latin typeface="+mn-lt"/>
              </a:rPr>
              <a:t>phase</a:t>
            </a:r>
            <a:r>
              <a:rPr lang="de-DE" sz="2000" dirty="0">
                <a:latin typeface="+mn-lt"/>
              </a:rPr>
              <a:t> </a:t>
            </a:r>
            <a:r>
              <a:rPr lang="de-DE" sz="2000" dirty="0" err="1">
                <a:latin typeface="+mn-lt"/>
              </a:rPr>
              <a:t>building</a:t>
            </a:r>
            <a:endParaRPr lang="en-GB" sz="2000" dirty="0">
              <a:latin typeface="+mn-lt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1BFE62-6632-AC2B-17C9-C72D6B18D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108" y="1330631"/>
            <a:ext cx="11139784" cy="4516749"/>
          </a:xfrm>
        </p:spPr>
        <p:txBody>
          <a:bodyPr/>
          <a:lstStyle/>
          <a:p>
            <a:pPr marL="0" indent="0">
              <a:buNone/>
            </a:pPr>
            <a:r>
              <a:rPr lang="de-DE" b="1" u="sng" dirty="0"/>
              <a:t>5050T</a:t>
            </a:r>
            <a:endParaRPr lang="en-GB" b="1" u="sng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23632831-A7EB-8906-B2D8-A81F56DA1D3E}"/>
              </a:ext>
            </a:extLst>
          </p:cNvPr>
          <p:cNvGrpSpPr/>
          <p:nvPr/>
        </p:nvGrpSpPr>
        <p:grpSpPr>
          <a:xfrm>
            <a:off x="1061856" y="1732803"/>
            <a:ext cx="2142177" cy="2142177"/>
            <a:chOff x="695010" y="541884"/>
            <a:chExt cx="2789860" cy="2789860"/>
          </a:xfrm>
        </p:grpSpPr>
        <p:pic>
          <p:nvPicPr>
            <p:cNvPr id="6" name="Grafik 5" descr="Ein Bild, das Screenshot, Stoff enthält.&#10;&#10;KI-generierte Inhalte können fehlerhaft sein.">
              <a:extLst>
                <a:ext uri="{FF2B5EF4-FFF2-40B4-BE49-F238E27FC236}">
                  <a16:creationId xmlns:a16="http://schemas.microsoft.com/office/drawing/2014/main" id="{11D935D7-93E1-48CF-AA8B-A72BD6E49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5010" y="541884"/>
              <a:ext cx="2789860" cy="2789860"/>
            </a:xfrm>
            <a:prstGeom prst="rect">
              <a:avLst/>
            </a:prstGeom>
          </p:spPr>
        </p:pic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E2B1A29F-0D9E-FAD3-16DB-6EC2E3FDEC5B}"/>
                </a:ext>
              </a:extLst>
            </p:cNvPr>
            <p:cNvSpPr txBox="1"/>
            <p:nvPr/>
          </p:nvSpPr>
          <p:spPr>
            <a:xfrm>
              <a:off x="695010" y="2850744"/>
              <a:ext cx="1944036" cy="480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50x _</a:t>
              </a:r>
              <a:r>
                <a:rPr lang="de-DE" dirty="0" err="1"/>
                <a:t>np_EFI</a:t>
              </a:r>
              <a:endParaRPr lang="en-GB" dirty="0"/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28D2ACA-2022-140D-8C84-DF465B5ABFEF}"/>
              </a:ext>
            </a:extLst>
          </p:cNvPr>
          <p:cNvGrpSpPr/>
          <p:nvPr/>
        </p:nvGrpSpPr>
        <p:grpSpPr>
          <a:xfrm>
            <a:off x="3935422" y="1511536"/>
            <a:ext cx="3346545" cy="3346545"/>
            <a:chOff x="6435253" y="541883"/>
            <a:chExt cx="2789859" cy="2789859"/>
          </a:xfrm>
        </p:grpSpPr>
        <p:pic>
          <p:nvPicPr>
            <p:cNvPr id="9" name="Grafik 8" descr="Ein Bild, das Grau enthält.&#10;&#10;KI-generierte Inhalte können fehlerhaft sein.">
              <a:extLst>
                <a:ext uri="{FF2B5EF4-FFF2-40B4-BE49-F238E27FC236}">
                  <a16:creationId xmlns:a16="http://schemas.microsoft.com/office/drawing/2014/main" id="{BFFB6C4C-F58B-3A41-CF27-8A9A3233BA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5253" y="541883"/>
              <a:ext cx="2789859" cy="2789859"/>
            </a:xfrm>
            <a:prstGeom prst="rect">
              <a:avLst/>
            </a:prstGeom>
          </p:spPr>
        </p:pic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AAF11602-BE40-8FA0-6CD4-4CFE91845383}"/>
                </a:ext>
              </a:extLst>
            </p:cNvPr>
            <p:cNvSpPr txBox="1"/>
            <p:nvPr/>
          </p:nvSpPr>
          <p:spPr>
            <a:xfrm>
              <a:off x="6455237" y="3003759"/>
              <a:ext cx="2324412" cy="307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/>
                <a:t>50x_p_EFI</a:t>
              </a:r>
              <a:endParaRPr lang="en-GB" dirty="0"/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2B5CB174-8D6D-53E8-7C9E-E41DE844F675}"/>
              </a:ext>
            </a:extLst>
          </p:cNvPr>
          <p:cNvGrpSpPr/>
          <p:nvPr/>
        </p:nvGrpSpPr>
        <p:grpSpPr>
          <a:xfrm>
            <a:off x="1061855" y="4074537"/>
            <a:ext cx="2142177" cy="2142177"/>
            <a:chOff x="3591401" y="541884"/>
            <a:chExt cx="2789860" cy="2789860"/>
          </a:xfrm>
        </p:grpSpPr>
        <p:pic>
          <p:nvPicPr>
            <p:cNvPr id="12" name="Grafik 11" descr="Ein Bild, das Screenshot, Natur enthält.&#10;&#10;KI-generierte Inhalte können fehlerhaft sein.">
              <a:extLst>
                <a:ext uri="{FF2B5EF4-FFF2-40B4-BE49-F238E27FC236}">
                  <a16:creationId xmlns:a16="http://schemas.microsoft.com/office/drawing/2014/main" id="{921A7FF7-5705-692C-E3C4-A74E1570B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91401" y="541884"/>
              <a:ext cx="2789860" cy="2789860"/>
            </a:xfrm>
            <a:prstGeom prst="rect">
              <a:avLst/>
            </a:prstGeom>
          </p:spPr>
        </p:pic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06E8EB1F-5919-378C-645C-16684FFD75E4}"/>
                </a:ext>
              </a:extLst>
            </p:cNvPr>
            <p:cNvSpPr txBox="1"/>
            <p:nvPr/>
          </p:nvSpPr>
          <p:spPr>
            <a:xfrm>
              <a:off x="3601122" y="2850744"/>
              <a:ext cx="1693516" cy="480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</a:rPr>
                <a:t>50x_p_EFI</a:t>
              </a:r>
              <a:endParaRPr lang="en-GB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94FB42DD-194A-93E7-FCBF-D40EAA83E7CF}"/>
              </a:ext>
            </a:extLst>
          </p:cNvPr>
          <p:cNvGrpSpPr/>
          <p:nvPr/>
        </p:nvGrpSpPr>
        <p:grpSpPr>
          <a:xfrm>
            <a:off x="7777577" y="1511535"/>
            <a:ext cx="3352567" cy="3352567"/>
            <a:chOff x="695010" y="3657000"/>
            <a:chExt cx="3064475" cy="3064475"/>
          </a:xfrm>
        </p:grpSpPr>
        <p:pic>
          <p:nvPicPr>
            <p:cNvPr id="15" name="Grafik 14" descr="Ein Bild, das Gelände, Natur, draußen, Stein enthält.&#10;&#10;KI-generierte Inhalte können fehlerhaft sein.">
              <a:extLst>
                <a:ext uri="{FF2B5EF4-FFF2-40B4-BE49-F238E27FC236}">
                  <a16:creationId xmlns:a16="http://schemas.microsoft.com/office/drawing/2014/main" id="{C0E7E3F0-6E2D-F2E7-31DC-33B9B522C2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5010" y="3657000"/>
              <a:ext cx="3064475" cy="3064475"/>
            </a:xfrm>
            <a:prstGeom prst="rect">
              <a:avLst/>
            </a:prstGeom>
          </p:spPr>
        </p:pic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89A2F14A-6C73-F187-7BD3-5F0849EFDB8F}"/>
                </a:ext>
              </a:extLst>
            </p:cNvPr>
            <p:cNvSpPr txBox="1"/>
            <p:nvPr/>
          </p:nvSpPr>
          <p:spPr>
            <a:xfrm>
              <a:off x="695010" y="6356350"/>
              <a:ext cx="1305834" cy="3375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chemeClr val="bg1"/>
                  </a:solidFill>
                </a:rPr>
                <a:t>100x_p_EFI</a:t>
              </a:r>
              <a:endParaRPr lang="en-GB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extfeld 17">
            <a:extLst>
              <a:ext uri="{FF2B5EF4-FFF2-40B4-BE49-F238E27FC236}">
                <a16:creationId xmlns:a16="http://schemas.microsoft.com/office/drawing/2014/main" id="{3C37A8C3-B620-4137-FDE2-A82CD6E9AA8C}"/>
              </a:ext>
            </a:extLst>
          </p:cNvPr>
          <p:cNvSpPr txBox="1"/>
          <p:nvPr/>
        </p:nvSpPr>
        <p:spPr>
          <a:xfrm>
            <a:off x="3859368" y="5181600"/>
            <a:ext cx="363184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717550"/>
            <a:r>
              <a:rPr lang="de-DE" sz="1400" dirty="0"/>
              <a:t>p…	</a:t>
            </a:r>
            <a:r>
              <a:rPr lang="de-DE" sz="1400" dirty="0" err="1"/>
              <a:t>polarized</a:t>
            </a:r>
            <a:endParaRPr lang="de-DE" sz="1400" dirty="0"/>
          </a:p>
          <a:p>
            <a:pPr defTabSz="717550"/>
            <a:r>
              <a:rPr lang="de-DE" sz="1400" dirty="0" err="1"/>
              <a:t>np</a:t>
            </a:r>
            <a:r>
              <a:rPr lang="de-DE" sz="1400" dirty="0"/>
              <a:t>… 	non-</a:t>
            </a:r>
            <a:r>
              <a:rPr lang="de-DE" sz="1400" dirty="0" err="1"/>
              <a:t>polarized</a:t>
            </a:r>
            <a:endParaRPr lang="de-DE" sz="1400" dirty="0"/>
          </a:p>
          <a:p>
            <a:pPr defTabSz="717550"/>
            <a:r>
              <a:rPr lang="de-DE" sz="1400" dirty="0"/>
              <a:t>EFI …	 </a:t>
            </a:r>
            <a:r>
              <a:rPr lang="de-DE" sz="1400" dirty="0" err="1"/>
              <a:t>extended</a:t>
            </a:r>
            <a:r>
              <a:rPr lang="de-DE" sz="1400" dirty="0"/>
              <a:t> </a:t>
            </a:r>
            <a:r>
              <a:rPr lang="de-DE" sz="1400" dirty="0" err="1"/>
              <a:t>focal</a:t>
            </a:r>
            <a:r>
              <a:rPr lang="de-DE" sz="1400" dirty="0"/>
              <a:t> </a:t>
            </a:r>
            <a:r>
              <a:rPr lang="de-DE" sz="1400" dirty="0" err="1"/>
              <a:t>imaging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2515938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2BDCD4-7137-7C5E-C574-C62E4C121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Laserkonfokalmikroskopie</a:t>
            </a:r>
            <a:endParaRPr lang="en-GB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10858B2A-AE71-6B37-F6B5-710B4BED561B}"/>
              </a:ext>
            </a:extLst>
          </p:cNvPr>
          <p:cNvSpPr txBox="1">
            <a:spLocks/>
          </p:cNvSpPr>
          <p:nvPr/>
        </p:nvSpPr>
        <p:spPr>
          <a:xfrm>
            <a:off x="526108" y="1330631"/>
            <a:ext cx="11139784" cy="4516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6000" indent="-216000" algn="l" defTabSz="914400" rtl="0" eaLnBrk="1" latinLnBrk="0" hangingPunct="1">
              <a:lnSpc>
                <a:spcPct val="105000"/>
              </a:lnSpc>
              <a:spcBef>
                <a:spcPts val="800"/>
              </a:spcBef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5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Char char="◦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5000"/>
              </a:lnSpc>
              <a:spcBef>
                <a:spcPts val="0"/>
              </a:spcBef>
              <a:buSzPct val="85000"/>
              <a:buFont typeface="Wingdings" panose="05000000000000000000" pitchFamily="2" charset="2"/>
              <a:buChar char="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914400" rtl="0" eaLnBrk="1" latinLnBrk="0" hangingPunct="1">
              <a:lnSpc>
                <a:spcPct val="105000"/>
              </a:lnSpc>
              <a:spcBef>
                <a:spcPts val="0"/>
              </a:spcBef>
              <a:buSzPct val="110000"/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914400" rtl="0" eaLnBrk="1" latinLnBrk="0" hangingPunct="1">
              <a:lnSpc>
                <a:spcPct val="105000"/>
              </a:lnSpc>
              <a:spcBef>
                <a:spcPts val="0"/>
              </a:spcBef>
              <a:buSzPct val="65000"/>
              <a:buFont typeface="Wingdings 2" panose="05020102010507070707" pitchFamily="18" charset="2"/>
              <a:buChar char="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u="sng" dirty="0"/>
              <a:t>5050</a:t>
            </a:r>
            <a:endParaRPr lang="en-GB" b="1" u="sng" dirty="0"/>
          </a:p>
        </p:txBody>
      </p:sp>
      <p:pic>
        <p:nvPicPr>
          <p:cNvPr id="7" name="Grafik 6" descr="Ein Bild, das Karte, Natur enthält.&#10;&#10;KI-generierte Inhalte können fehlerhaft sein.">
            <a:extLst>
              <a:ext uri="{FF2B5EF4-FFF2-40B4-BE49-F238E27FC236}">
                <a16:creationId xmlns:a16="http://schemas.microsoft.com/office/drawing/2014/main" id="{3CB454A8-061D-6769-F956-5486205322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24" y="1751207"/>
            <a:ext cx="4004256" cy="4004256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ECB40202-8697-EA81-19A4-E29612A618D5}"/>
              </a:ext>
            </a:extLst>
          </p:cNvPr>
          <p:cNvSpPr txBox="1"/>
          <p:nvPr/>
        </p:nvSpPr>
        <p:spPr>
          <a:xfrm>
            <a:off x="6053813" y="13458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de-DE" b="1" u="sng" dirty="0"/>
              <a:t>7525</a:t>
            </a:r>
            <a:endParaRPr lang="en-GB" b="1" u="sng" dirty="0"/>
          </a:p>
        </p:txBody>
      </p:sp>
      <p:pic>
        <p:nvPicPr>
          <p:cNvPr id="13" name="Grafik 12" descr="Ein Bild, das Schwarzweiß, monochrome Fotografie, monochrom, Grau enthält.&#10;&#10;KI-generierte Inhalte können fehlerhaft sein.">
            <a:extLst>
              <a:ext uri="{FF2B5EF4-FFF2-40B4-BE49-F238E27FC236}">
                <a16:creationId xmlns:a16="http://schemas.microsoft.com/office/drawing/2014/main" id="{1B206641-52C4-F92A-27E3-80F9FC8F12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277" y="1750176"/>
            <a:ext cx="4004256" cy="4004256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F784EFFB-2E95-4C40-E40C-6A4300728940}"/>
              </a:ext>
            </a:extLst>
          </p:cNvPr>
          <p:cNvSpPr txBox="1"/>
          <p:nvPr/>
        </p:nvSpPr>
        <p:spPr>
          <a:xfrm>
            <a:off x="6096000" y="5709188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100x</a:t>
            </a:r>
            <a:endParaRPr lang="en-GB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CBA0AC52-7EAE-0C81-57B9-5BD3BB92A097}"/>
              </a:ext>
            </a:extLst>
          </p:cNvPr>
          <p:cNvSpPr txBox="1"/>
          <p:nvPr/>
        </p:nvSpPr>
        <p:spPr>
          <a:xfrm>
            <a:off x="526108" y="5709188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100x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5604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4C756-27AB-DA80-01CE-8C37485DC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E8E3E7-FDA1-2E95-2DD2-E8644578D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Laserkonfokalmikroskopie</a:t>
            </a:r>
            <a:endParaRPr lang="en-GB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E7761C59-A417-2074-F7FA-6F1A3C909EA6}"/>
              </a:ext>
            </a:extLst>
          </p:cNvPr>
          <p:cNvSpPr txBox="1">
            <a:spLocks/>
          </p:cNvSpPr>
          <p:nvPr/>
        </p:nvSpPr>
        <p:spPr>
          <a:xfrm>
            <a:off x="526108" y="1330631"/>
            <a:ext cx="11139784" cy="4516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6000" indent="-216000" algn="l" defTabSz="914400" rtl="0" eaLnBrk="1" latinLnBrk="0" hangingPunct="1">
              <a:lnSpc>
                <a:spcPct val="105000"/>
              </a:lnSpc>
              <a:spcBef>
                <a:spcPts val="800"/>
              </a:spcBef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5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Char char="◦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5000"/>
              </a:lnSpc>
              <a:spcBef>
                <a:spcPts val="0"/>
              </a:spcBef>
              <a:buSzPct val="85000"/>
              <a:buFont typeface="Wingdings" panose="05000000000000000000" pitchFamily="2" charset="2"/>
              <a:buChar char="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914400" rtl="0" eaLnBrk="1" latinLnBrk="0" hangingPunct="1">
              <a:lnSpc>
                <a:spcPct val="105000"/>
              </a:lnSpc>
              <a:spcBef>
                <a:spcPts val="0"/>
              </a:spcBef>
              <a:buSzPct val="110000"/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914400" rtl="0" eaLnBrk="1" latinLnBrk="0" hangingPunct="1">
              <a:lnSpc>
                <a:spcPct val="105000"/>
              </a:lnSpc>
              <a:spcBef>
                <a:spcPts val="0"/>
              </a:spcBef>
              <a:buSzPct val="65000"/>
              <a:buFont typeface="Wingdings 2" panose="05020102010507070707" pitchFamily="18" charset="2"/>
              <a:buChar char="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u="sng" dirty="0"/>
              <a:t>5050HIPS</a:t>
            </a:r>
            <a:endParaRPr lang="en-GB" b="1" u="sng" dirty="0"/>
          </a:p>
        </p:txBody>
      </p:sp>
      <p:pic>
        <p:nvPicPr>
          <p:cNvPr id="12" name="Grafik 11" descr="Ein Bild, das Schwarzweiß, monochrome Fotografie, monochrom, Zeichnung enthält.&#10;&#10;KI-generierte Inhalte können fehlerhaft sein.">
            <a:extLst>
              <a:ext uri="{FF2B5EF4-FFF2-40B4-BE49-F238E27FC236}">
                <a16:creationId xmlns:a16="http://schemas.microsoft.com/office/drawing/2014/main" id="{EAB05DD5-E1F2-6AB6-AF89-923F4E4F4B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108" y="1691105"/>
            <a:ext cx="4124459" cy="4124459"/>
          </a:xfrm>
          <a:prstGeom prst="rect">
            <a:avLst/>
          </a:prstGeom>
        </p:spPr>
      </p:pic>
      <p:pic>
        <p:nvPicPr>
          <p:cNvPr id="15" name="Grafik 14" descr="Ein Bild, das Entwurf, Zeichnung, Handschrift, Kunst enthält.&#10;&#10;KI-generierte Inhalte können fehlerhaft sein.">
            <a:extLst>
              <a:ext uri="{FF2B5EF4-FFF2-40B4-BE49-F238E27FC236}">
                <a16:creationId xmlns:a16="http://schemas.microsoft.com/office/drawing/2014/main" id="{4035E07E-7AD9-C249-6683-AED3B50B0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61" b="3608"/>
          <a:stretch>
            <a:fillRect/>
          </a:stretch>
        </p:blipFill>
        <p:spPr>
          <a:xfrm>
            <a:off x="5928577" y="1329436"/>
            <a:ext cx="5907108" cy="4668447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DE6B2165-8F33-6C1A-2C19-F2CC349FE298}"/>
              </a:ext>
            </a:extLst>
          </p:cNvPr>
          <p:cNvSpPr txBox="1"/>
          <p:nvPr/>
        </p:nvSpPr>
        <p:spPr>
          <a:xfrm>
            <a:off x="407832" y="5788974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100x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3008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83162-86F7-1679-4740-967E903EE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180A27-9D11-9398-EC47-A19C6CE92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Laserkonfokalmikroskopie</a:t>
            </a:r>
            <a:endParaRPr lang="en-GB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98C1624-219D-1574-18BD-5779D001452A}"/>
              </a:ext>
            </a:extLst>
          </p:cNvPr>
          <p:cNvSpPr txBox="1">
            <a:spLocks/>
          </p:cNvSpPr>
          <p:nvPr/>
        </p:nvSpPr>
        <p:spPr>
          <a:xfrm>
            <a:off x="526108" y="1330631"/>
            <a:ext cx="11139784" cy="4516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16000" indent="-216000" algn="l" defTabSz="914400" rtl="0" eaLnBrk="1" latinLnBrk="0" hangingPunct="1">
              <a:lnSpc>
                <a:spcPct val="105000"/>
              </a:lnSpc>
              <a:spcBef>
                <a:spcPts val="800"/>
              </a:spcBef>
              <a:buSzPct val="12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5000"/>
              </a:lnSpc>
              <a:spcBef>
                <a:spcPts val="0"/>
              </a:spcBef>
              <a:buSzPct val="125000"/>
              <a:buFont typeface="Arial" panose="020B0604020202020204" pitchFamily="34" charset="0"/>
              <a:buChar char="◦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5000"/>
              </a:lnSpc>
              <a:spcBef>
                <a:spcPts val="0"/>
              </a:spcBef>
              <a:buSzPct val="85000"/>
              <a:buFont typeface="Wingdings" panose="05000000000000000000" pitchFamily="2" charset="2"/>
              <a:buChar char="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4000" indent="-216000" algn="l" defTabSz="914400" rtl="0" eaLnBrk="1" latinLnBrk="0" hangingPunct="1">
              <a:lnSpc>
                <a:spcPct val="105000"/>
              </a:lnSpc>
              <a:spcBef>
                <a:spcPts val="0"/>
              </a:spcBef>
              <a:buSzPct val="110000"/>
              <a:buFont typeface="Arial" panose="020B0604020202020204" pitchFamily="34" charset="0"/>
              <a:buChar char="-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0000" indent="-216000" algn="l" defTabSz="914400" rtl="0" eaLnBrk="1" latinLnBrk="0" hangingPunct="1">
              <a:lnSpc>
                <a:spcPct val="105000"/>
              </a:lnSpc>
              <a:spcBef>
                <a:spcPts val="0"/>
              </a:spcBef>
              <a:buSzPct val="65000"/>
              <a:buFont typeface="Wingdings 2" panose="05020102010507070707" pitchFamily="18" charset="2"/>
              <a:buChar char="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b="1" u="sng" dirty="0"/>
              <a:t>5050red</a:t>
            </a:r>
          </a:p>
        </p:txBody>
      </p:sp>
      <p:pic>
        <p:nvPicPr>
          <p:cNvPr id="6" name="Grafik 5" descr="Ein Bild, das Natur, Gelände, Krater enthält.&#10;&#10;KI-generierte Inhalte können fehlerhaft sein.">
            <a:extLst>
              <a:ext uri="{FF2B5EF4-FFF2-40B4-BE49-F238E27FC236}">
                <a16:creationId xmlns:a16="http://schemas.microsoft.com/office/drawing/2014/main" id="{F7822BB2-9A0E-BDEC-D276-0F49901BAD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623" y="1773318"/>
            <a:ext cx="3865588" cy="3865588"/>
          </a:xfrm>
          <a:prstGeom prst="rect">
            <a:avLst/>
          </a:prstGeom>
        </p:spPr>
      </p:pic>
      <p:pic>
        <p:nvPicPr>
          <p:cNvPr id="8" name="Grafik 7" descr="Ein Bild, das Karte, Natur, Krater enthält.&#10;&#10;KI-generierte Inhalte können fehlerhaft sein.">
            <a:extLst>
              <a:ext uri="{FF2B5EF4-FFF2-40B4-BE49-F238E27FC236}">
                <a16:creationId xmlns:a16="http://schemas.microsoft.com/office/drawing/2014/main" id="{461F6BD5-484B-2B2A-3267-E9BE4FFD82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8592" y="1773317"/>
            <a:ext cx="3868297" cy="3868297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18499DCA-CB31-83E6-6E28-843209404BC3}"/>
              </a:ext>
            </a:extLst>
          </p:cNvPr>
          <p:cNvSpPr txBox="1"/>
          <p:nvPr/>
        </p:nvSpPr>
        <p:spPr>
          <a:xfrm>
            <a:off x="6898784" y="5559831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100x</a:t>
            </a:r>
            <a:endParaRPr lang="en-GB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DF42B6E-1D15-01FB-59E1-036857683105}"/>
              </a:ext>
            </a:extLst>
          </p:cNvPr>
          <p:cNvSpPr txBox="1"/>
          <p:nvPr/>
        </p:nvSpPr>
        <p:spPr>
          <a:xfrm>
            <a:off x="526108" y="5618030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50x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8899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16E3B-6347-ED50-7134-5ECCD03C7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B3B16B-F5E2-F1C1-D7D6-7C9F585EF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Raman</a:t>
            </a:r>
            <a:endParaRPr lang="en-GB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533FB3-784E-3997-F764-35AEA4FAE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47BDE61-56C6-806E-1675-8EE222EC2E7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0E8036A-2970-A2A9-AA76-2A1FB23680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42" y="1304925"/>
            <a:ext cx="8423218" cy="4901342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09428C9-67EF-92B4-8F04-6606AD0EFC1C}"/>
              </a:ext>
            </a:extLst>
          </p:cNvPr>
          <p:cNvSpPr txBox="1"/>
          <p:nvPr/>
        </p:nvSpPr>
        <p:spPr>
          <a:xfrm>
            <a:off x="9008980" y="1354612"/>
            <a:ext cx="296091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Im gescannten Wellenzahlbereich 1500 – 1700 cm</a:t>
            </a:r>
            <a:r>
              <a:rPr lang="de-DE" sz="1200" baseline="30000" dirty="0"/>
              <a:t>-1</a:t>
            </a:r>
            <a:r>
              <a:rPr lang="de-DE" sz="1200" dirty="0"/>
              <a:t> zeigt nur PS </a:t>
            </a:r>
            <a:r>
              <a:rPr lang="de-DE" sz="1200" dirty="0" err="1"/>
              <a:t>peaks</a:t>
            </a:r>
            <a:endParaRPr lang="de-DE" sz="1200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Rote Bereiche in der </a:t>
            </a:r>
            <a:r>
              <a:rPr lang="de-DE" sz="1200" dirty="0" err="1"/>
              <a:t>Map</a:t>
            </a:r>
            <a:r>
              <a:rPr lang="de-DE" sz="1200" dirty="0"/>
              <a:t> geben die Intensität der </a:t>
            </a:r>
            <a:r>
              <a:rPr lang="de-DE" sz="1200" dirty="0" err="1"/>
              <a:t>peaks</a:t>
            </a:r>
            <a:r>
              <a:rPr lang="de-DE" sz="1200" dirty="0"/>
              <a:t> im gescannten Wellenzahlbereich wieder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de-DE" sz="1200" dirty="0"/>
              <a:t>Eindringtiefe bis zu 2 µm deshalb überall PS zu finden. 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263550635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">
  <a:themeElements>
    <a:clrScheme name="JKU">
      <a:dk1>
        <a:srgbClr val="000000"/>
      </a:dk1>
      <a:lt1>
        <a:sysClr val="window" lastClr="FFFFFF"/>
      </a:lt1>
      <a:dk2>
        <a:srgbClr val="9C477B"/>
      </a:dk2>
      <a:lt2>
        <a:srgbClr val="BBD032"/>
      </a:lt2>
      <a:accent1>
        <a:srgbClr val="808288"/>
      </a:accent1>
      <a:accent2>
        <a:srgbClr val="046E98"/>
      </a:accent2>
      <a:accent3>
        <a:srgbClr val="5CCFCB"/>
      </a:accent3>
      <a:accent4>
        <a:srgbClr val="4CAC4E"/>
      </a:accent4>
      <a:accent5>
        <a:srgbClr val="E73729"/>
      </a:accent5>
      <a:accent6>
        <a:srgbClr val="FBBA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3BCBBF9B-A49F-4ED0-8B1F-AA26A5F66112}" vid="{ABEB0052-CF9F-48F2-940F-6549C563AF03}"/>
    </a:ext>
  </a:extLst>
</a:theme>
</file>

<file path=ppt/theme/theme2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JKU">
      <a:dk1>
        <a:srgbClr val="000000"/>
      </a:dk1>
      <a:lt1>
        <a:sysClr val="window" lastClr="FFFFFF"/>
      </a:lt1>
      <a:dk2>
        <a:srgbClr val="8A386C"/>
      </a:dk2>
      <a:lt2>
        <a:srgbClr val="AECB30"/>
      </a:lt2>
      <a:accent1>
        <a:srgbClr val="59636C"/>
      </a:accent1>
      <a:accent2>
        <a:srgbClr val="0081BE"/>
      </a:accent2>
      <a:accent3>
        <a:srgbClr val="72D2E8"/>
      </a:accent3>
      <a:accent4>
        <a:srgbClr val="47B44E"/>
      </a:accent4>
      <a:accent5>
        <a:srgbClr val="E74824"/>
      </a:accent5>
      <a:accent6>
        <a:srgbClr val="F9A900"/>
      </a:accent6>
      <a:hlink>
        <a:srgbClr val="0563C1"/>
      </a:hlink>
      <a:folHlink>
        <a:srgbClr val="954F72"/>
      </a:folHlink>
    </a:clrScheme>
    <a:fontScheme name="JKU Aria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161</Words>
  <Application>Microsoft Office PowerPoint</Application>
  <PresentationFormat>Breitbild</PresentationFormat>
  <Paragraphs>67</Paragraphs>
  <Slides>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Wingdings</vt:lpstr>
      <vt:lpstr>Wingdings 2</vt:lpstr>
      <vt:lpstr>3_Office</vt:lpstr>
      <vt:lpstr> PP/PS-Blends Mikroskopie </vt:lpstr>
      <vt:lpstr>Proben</vt:lpstr>
      <vt:lpstr>Methoden</vt:lpstr>
      <vt:lpstr>Lichtmikroskopie First images – Proof of phase building</vt:lpstr>
      <vt:lpstr>Laserkonfokalmikroskopie</vt:lpstr>
      <vt:lpstr>Laserkonfokalmikroskopie</vt:lpstr>
      <vt:lpstr>Laserkonfokalmikroskopie</vt:lpstr>
      <vt:lpstr>Raman</vt:lpstr>
    </vt:vector>
  </TitlesOfParts>
  <Company>JKU - IPMT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RWL;JF</dc:creator>
  <cp:lastModifiedBy>Laura Hader-Kregl</cp:lastModifiedBy>
  <cp:revision>876</cp:revision>
  <cp:lastPrinted>2021-09-17T16:47:58Z</cp:lastPrinted>
  <dcterms:created xsi:type="dcterms:W3CDTF">2020-09-29T07:34:11Z</dcterms:created>
  <dcterms:modified xsi:type="dcterms:W3CDTF">2025-09-11T11:51:03Z</dcterms:modified>
</cp:coreProperties>
</file>