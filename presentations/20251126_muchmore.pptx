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9"/>
  </p:notesMasterIdLst>
  <p:handoutMasterIdLst>
    <p:handoutMasterId r:id="rId10"/>
  </p:handoutMasterIdLst>
  <p:sldIdLst>
    <p:sldId id="609" r:id="rId2"/>
    <p:sldId id="611" r:id="rId3"/>
    <p:sldId id="612" r:id="rId4"/>
    <p:sldId id="613" r:id="rId5"/>
    <p:sldId id="614" r:id="rId6"/>
    <p:sldId id="615" r:id="rId7"/>
    <p:sldId id="616" r:id="rId8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6" userDrawn="1">
          <p15:clr>
            <a:srgbClr val="A4A3A4"/>
          </p15:clr>
        </p15:guide>
        <p15:guide id="2" orient="horz" pos="822" userDrawn="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ul J. Freudenthaler" initials="PJF" lastIdx="1" clrIdx="0">
    <p:extLst>
      <p:ext uri="{19B8F6BF-5375-455C-9EA6-DF929625EA0E}">
        <p15:presenceInfo xmlns:p15="http://schemas.microsoft.com/office/powerpoint/2012/main" userId="Paul J. Freudentha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2A0"/>
    <a:srgbClr val="4CAC4E"/>
    <a:srgbClr val="FFFFFF"/>
    <a:srgbClr val="00ADBA"/>
    <a:srgbClr val="00ADBB"/>
    <a:srgbClr val="7F7F7F"/>
    <a:srgbClr val="0070C0"/>
    <a:srgbClr val="46B0BD"/>
    <a:srgbClr val="808288"/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CFE158-B928-4091-82DC-DB9DED0660EA}" v="28" dt="2025-11-27T09:01:20.4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ittlere Formatvorlage 1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50" autoAdjust="0"/>
    <p:restoredTop sz="92256" autoAdjust="0"/>
  </p:normalViewPr>
  <p:slideViewPr>
    <p:cSldViewPr snapToGrid="0">
      <p:cViewPr>
        <p:scale>
          <a:sx n="150" d="100"/>
          <a:sy n="150" d="100"/>
        </p:scale>
        <p:origin x="1116" y="24"/>
      </p:cViewPr>
      <p:guideLst>
        <p:guide orient="horz" pos="1026"/>
        <p:guide orient="horz" pos="82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48" d="100"/>
        <a:sy n="48" d="100"/>
      </p:scale>
      <p:origin x="0" y="0"/>
    </p:cViewPr>
  </p:sorterViewPr>
  <p:notesViewPr>
    <p:cSldViewPr snapToGrid="0">
      <p:cViewPr varScale="1">
        <p:scale>
          <a:sx n="110" d="100"/>
          <a:sy n="110" d="100"/>
        </p:scale>
        <p:origin x="5208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6065" cy="497333"/>
          </a:xfrm>
          <a:prstGeom prst="rect">
            <a:avLst/>
          </a:prstGeom>
        </p:spPr>
        <p:txBody>
          <a:bodyPr vert="horz" lIns="88203" tIns="44102" rIns="88203" bIns="44102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0092" y="1"/>
            <a:ext cx="2946065" cy="497333"/>
          </a:xfrm>
          <a:prstGeom prst="rect">
            <a:avLst/>
          </a:prstGeom>
        </p:spPr>
        <p:txBody>
          <a:bodyPr vert="horz" lIns="88203" tIns="44102" rIns="88203" bIns="44102" rtlCol="0"/>
          <a:lstStyle>
            <a:lvl1pPr algn="r">
              <a:defRPr sz="1200"/>
            </a:lvl1pPr>
          </a:lstStyle>
          <a:p>
            <a:fld id="{05E02316-A3A9-40CE-8399-988D8D269502}" type="datetimeFigureOut">
              <a:rPr lang="de-AT" smtClean="0"/>
              <a:t>26.11.2025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9305"/>
            <a:ext cx="2946065" cy="497333"/>
          </a:xfrm>
          <a:prstGeom prst="rect">
            <a:avLst/>
          </a:prstGeom>
        </p:spPr>
        <p:txBody>
          <a:bodyPr vert="horz" lIns="88203" tIns="44102" rIns="88203" bIns="44102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092" y="9429305"/>
            <a:ext cx="2946065" cy="497333"/>
          </a:xfrm>
          <a:prstGeom prst="rect">
            <a:avLst/>
          </a:prstGeom>
        </p:spPr>
        <p:txBody>
          <a:bodyPr vert="horz" lIns="88203" tIns="44102" rIns="88203" bIns="44102" rtlCol="0" anchor="b"/>
          <a:lstStyle>
            <a:lvl1pPr algn="r">
              <a:defRPr sz="1200"/>
            </a:lvl1pPr>
          </a:lstStyle>
          <a:p>
            <a:fld id="{5C731D18-B53C-4622-9947-A3FBDDB0C9B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711709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6065" cy="497333"/>
          </a:xfrm>
          <a:prstGeom prst="rect">
            <a:avLst/>
          </a:prstGeom>
        </p:spPr>
        <p:txBody>
          <a:bodyPr vert="horz" lIns="88203" tIns="44102" rIns="88203" bIns="44102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092" y="1"/>
            <a:ext cx="2946065" cy="497333"/>
          </a:xfrm>
          <a:prstGeom prst="rect">
            <a:avLst/>
          </a:prstGeom>
        </p:spPr>
        <p:txBody>
          <a:bodyPr vert="horz" lIns="88203" tIns="44102" rIns="88203" bIns="44102" rtlCol="0"/>
          <a:lstStyle>
            <a:lvl1pPr algn="r">
              <a:defRPr sz="1200"/>
            </a:lvl1pPr>
          </a:lstStyle>
          <a:p>
            <a:fld id="{F5E89DEF-C035-41A2-9AFE-A6026D4C04BE}" type="datetimeFigureOut">
              <a:rPr lang="de-AT" smtClean="0"/>
              <a:t>26.11.2025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203" tIns="44102" rIns="88203" bIns="44102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160" y="4777782"/>
            <a:ext cx="5439355" cy="3907834"/>
          </a:xfrm>
          <a:prstGeom prst="rect">
            <a:avLst/>
          </a:prstGeom>
        </p:spPr>
        <p:txBody>
          <a:bodyPr vert="horz" lIns="88203" tIns="44102" rIns="88203" bIns="44102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9305"/>
            <a:ext cx="2946065" cy="497333"/>
          </a:xfrm>
          <a:prstGeom prst="rect">
            <a:avLst/>
          </a:prstGeom>
        </p:spPr>
        <p:txBody>
          <a:bodyPr vert="horz" lIns="88203" tIns="44102" rIns="88203" bIns="44102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092" y="9429305"/>
            <a:ext cx="2946065" cy="497333"/>
          </a:xfrm>
          <a:prstGeom prst="rect">
            <a:avLst/>
          </a:prstGeom>
        </p:spPr>
        <p:txBody>
          <a:bodyPr vert="horz" lIns="88203" tIns="44102" rIns="88203" bIns="44102" rtlCol="0" anchor="b"/>
          <a:lstStyle>
            <a:lvl1pPr algn="r">
              <a:defRPr sz="1200"/>
            </a:lvl1pPr>
          </a:lstStyle>
          <a:p>
            <a:fld id="{BEF2A079-E7F8-4A78-8EEA-DD00A8D5DE3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37244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2A079-E7F8-4A78-8EEA-DD00A8D5DE37}" type="slidenum">
              <a:rPr lang="de-AT" smtClean="0"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38252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JKU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237" y="1575534"/>
            <a:ext cx="7118144" cy="503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875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JKU Logo grau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600" y="1577096"/>
            <a:ext cx="7118139" cy="5032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433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/ Schluss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55" t="15293" r="42710" b="38849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6577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6724" cy="2009172"/>
          </a:xfrm>
        </p:spPr>
        <p:txBody>
          <a:bodyPr anchor="b" anchorCtr="0"/>
          <a:lstStyle>
            <a:lvl1pPr>
              <a:defRPr sz="4500" baseline="0"/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314" y="556148"/>
            <a:ext cx="1932056" cy="1365877"/>
          </a:xfrm>
          <a:prstGeom prst="rect">
            <a:avLst/>
          </a:prstGeom>
        </p:spPr>
      </p:pic>
      <p:sp>
        <p:nvSpPr>
          <p:cNvPr id="14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51559" y="2083665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10151745" y="3509845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sp>
        <p:nvSpPr>
          <p:cNvPr id="10" name="Bildplatzhalter 9"/>
          <p:cNvSpPr>
            <a:spLocks noGrp="1"/>
          </p:cNvSpPr>
          <p:nvPr>
            <p:ph type="pic" sz="quarter" idx="12" hasCustomPrompt="1"/>
          </p:nvPr>
        </p:nvSpPr>
        <p:spPr>
          <a:xfrm>
            <a:off x="10175809" y="4929568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909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/ Schluss mit Logo farbi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2226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sp>
        <p:nvSpPr>
          <p:cNvPr id="10" name="Rechteck 9"/>
          <p:cNvSpPr/>
          <p:nvPr userDrawn="1"/>
        </p:nvSpPr>
        <p:spPr>
          <a:xfrm>
            <a:off x="475590" y="4058958"/>
            <a:ext cx="344626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AT" sz="4400" dirty="0" err="1">
                <a:solidFill>
                  <a:schemeClr val="bg1"/>
                </a:solidFill>
                <a:latin typeface="+mj-lt"/>
              </a:rPr>
              <a:t>muchmore</a:t>
            </a:r>
            <a:endParaRPr lang="de-AT" sz="44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65706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pic>
        <p:nvPicPr>
          <p:cNvPr id="13" name="Grafik 1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55" t="15293" r="42710" b="38849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</p:spPr>
      </p:pic>
      <p:sp>
        <p:nvSpPr>
          <p:cNvPr id="11" name="Datumsplatzhalt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65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farb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20" name="Fußzeilenplatzhalter 19"/>
          <p:cNvSpPr>
            <a:spLocks noGrp="1"/>
          </p:cNvSpPr>
          <p:nvPr>
            <p:ph type="ftr" sz="quarte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21" name="Foliennummernplatzhalt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9486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icht Kooperati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 hasCustomPrompt="1"/>
          </p:nvPr>
        </p:nvSpPr>
        <p:spPr>
          <a:xfrm>
            <a:off x="8241458" y="1721189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10" name="Bildplatzhalter 6"/>
          <p:cNvSpPr>
            <a:spLocks noGrp="1"/>
          </p:cNvSpPr>
          <p:nvPr>
            <p:ph type="pic" sz="quarter" idx="16" hasCustomPrompt="1"/>
          </p:nvPr>
        </p:nvSpPr>
        <p:spPr>
          <a:xfrm>
            <a:off x="574656" y="1721189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11" name="Bildplatzhalter 6"/>
          <p:cNvSpPr>
            <a:spLocks noGrp="1"/>
          </p:cNvSpPr>
          <p:nvPr>
            <p:ph type="pic" sz="quarter" idx="17" hasCustomPrompt="1"/>
          </p:nvPr>
        </p:nvSpPr>
        <p:spPr>
          <a:xfrm>
            <a:off x="4407277" y="1720152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In Kooperation mit</a:t>
            </a:r>
          </a:p>
        </p:txBody>
      </p:sp>
      <p:sp>
        <p:nvSpPr>
          <p:cNvPr id="19" name="Bildplatzhalter 6"/>
          <p:cNvSpPr>
            <a:spLocks noGrp="1"/>
          </p:cNvSpPr>
          <p:nvPr>
            <p:ph type="pic" sz="quarter" idx="26" hasCustomPrompt="1"/>
          </p:nvPr>
        </p:nvSpPr>
        <p:spPr>
          <a:xfrm>
            <a:off x="8241458" y="329132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1" name="Bildplatzhalter 6"/>
          <p:cNvSpPr>
            <a:spLocks noGrp="1"/>
          </p:cNvSpPr>
          <p:nvPr>
            <p:ph type="pic" sz="quarter" idx="27" hasCustomPrompt="1"/>
          </p:nvPr>
        </p:nvSpPr>
        <p:spPr>
          <a:xfrm>
            <a:off x="574656" y="329132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2" name="Bildplatzhalter 6"/>
          <p:cNvSpPr>
            <a:spLocks noGrp="1"/>
          </p:cNvSpPr>
          <p:nvPr>
            <p:ph type="pic" sz="quarter" idx="28" hasCustomPrompt="1"/>
          </p:nvPr>
        </p:nvSpPr>
        <p:spPr>
          <a:xfrm>
            <a:off x="4407277" y="3290290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3" name="Bildplatzhalter 6"/>
          <p:cNvSpPr>
            <a:spLocks noGrp="1"/>
          </p:cNvSpPr>
          <p:nvPr>
            <p:ph type="pic" sz="quarter" idx="29" hasCustomPrompt="1"/>
          </p:nvPr>
        </p:nvSpPr>
        <p:spPr>
          <a:xfrm>
            <a:off x="8246376" y="486748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4" name="Bildplatzhalter 6"/>
          <p:cNvSpPr>
            <a:spLocks noGrp="1"/>
          </p:cNvSpPr>
          <p:nvPr>
            <p:ph type="pic" sz="quarter" idx="30" hasCustomPrompt="1"/>
          </p:nvPr>
        </p:nvSpPr>
        <p:spPr>
          <a:xfrm>
            <a:off x="579574" y="486748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5" name="Bildplatzhalter 6"/>
          <p:cNvSpPr>
            <a:spLocks noGrp="1"/>
          </p:cNvSpPr>
          <p:nvPr>
            <p:ph type="pic" sz="quarter" idx="31" hasCustomPrompt="1"/>
          </p:nvPr>
        </p:nvSpPr>
        <p:spPr>
          <a:xfrm>
            <a:off x="4412195" y="4866450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30" name="Datumsplatzhalter 29"/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31" name="Fußzeilenplatzhalter 30"/>
          <p:cNvSpPr>
            <a:spLocks noGrp="1"/>
          </p:cNvSpPr>
          <p:nvPr>
            <p:ph type="ftr" sz="quarter" idx="33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Autor</a:t>
            </a:r>
            <a:r>
              <a:rPr lang="en-US" dirty="0"/>
              <a:t> und LVA-</a:t>
            </a:r>
            <a:r>
              <a:rPr lang="en-US" dirty="0" err="1"/>
              <a:t>Nummer</a:t>
            </a:r>
            <a:endParaRPr lang="en-US" dirty="0"/>
          </a:p>
        </p:txBody>
      </p:sp>
      <p:sp>
        <p:nvSpPr>
          <p:cNvPr id="32" name="Foliennummernplatzhalter 31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524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6">
          <p15:clr>
            <a:srgbClr val="FBAE40"/>
          </p15:clr>
        </p15:guide>
        <p15:guide id="2" pos="54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23093" y="636613"/>
            <a:ext cx="10845364" cy="54992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5000"/>
              </a:lnSpc>
              <a:spcBef>
                <a:spcPts val="1600"/>
              </a:spcBef>
              <a:buFontTx/>
              <a:buNone/>
              <a:defRPr sz="1700" baseline="0">
                <a:latin typeface="+mj-lt"/>
              </a:defRPr>
            </a:lvl1pPr>
            <a:lvl2pPr marL="285750" indent="-285750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500"/>
            </a:lvl2pPr>
          </a:lstStyle>
          <a:p>
            <a:pPr lvl="0"/>
            <a:r>
              <a:rPr lang="de-DE" dirty="0"/>
              <a:t>Kapitel 1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2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3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4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5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1"/>
            <a:endParaRPr lang="de-DE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5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44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bild, schwarz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1540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großes Imagebild</a:t>
            </a:r>
            <a:endParaRPr lang="de-AT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5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143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bild, weiß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153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großes Imagebild</a:t>
            </a:r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5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695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5078138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Vergleich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6843" y="1639640"/>
            <a:ext cx="5399024" cy="451351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2918" y="1638582"/>
            <a:ext cx="5398407" cy="451351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16.10.2015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5298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sses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6701" y="1638300"/>
            <a:ext cx="3474625" cy="451032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5733" y="1721513"/>
            <a:ext cx="7213600" cy="44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0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575733" y="5864981"/>
            <a:ext cx="7213600" cy="2741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großes Bild und Text</a:t>
            </a:r>
            <a:endParaRPr lang="de-AT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7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8987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mel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2069754" y="1724299"/>
            <a:ext cx="8075595" cy="44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10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2048933" y="5863959"/>
            <a:ext cx="8096416" cy="2781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Formeln</a:t>
            </a:r>
            <a:endParaRPr lang="de-AT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27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8899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Video</a:t>
            </a:r>
            <a:endParaRPr lang="de-AT" dirty="0"/>
          </a:p>
        </p:txBody>
      </p:sp>
      <p:sp>
        <p:nvSpPr>
          <p:cNvPr id="7" name="Medienplatzhalter 6"/>
          <p:cNvSpPr>
            <a:spLocks noGrp="1"/>
          </p:cNvSpPr>
          <p:nvPr>
            <p:ph type="media" sz="quarter" idx="13"/>
          </p:nvPr>
        </p:nvSpPr>
        <p:spPr>
          <a:xfrm>
            <a:off x="575733" y="1724302"/>
            <a:ext cx="11035593" cy="44172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Mediaclip durch Klicken auf Symbol hinzufügen</a:t>
            </a:r>
            <a:endParaRPr lang="de-AT" dirty="0"/>
          </a:p>
        </p:txBody>
      </p:sp>
      <p:sp>
        <p:nvSpPr>
          <p:cNvPr id="9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575733" y="5865691"/>
            <a:ext cx="11035593" cy="2781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7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8269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kleine Bilder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3 kleine Bilder und 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8100" y="1639035"/>
            <a:ext cx="7223226" cy="450453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7711" y="1725845"/>
            <a:ext cx="3393156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4"/>
          </p:nvPr>
        </p:nvSpPr>
        <p:spPr>
          <a:xfrm>
            <a:off x="577703" y="3254918"/>
            <a:ext cx="3393063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0" name="Bildplatzhalter 7"/>
          <p:cNvSpPr>
            <a:spLocks noGrp="1"/>
          </p:cNvSpPr>
          <p:nvPr>
            <p:ph type="pic" sz="quarter" idx="15"/>
          </p:nvPr>
        </p:nvSpPr>
        <p:spPr>
          <a:xfrm>
            <a:off x="577703" y="4775571"/>
            <a:ext cx="3393063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4" name="Rechteck 13"/>
          <p:cNvSpPr/>
          <p:nvPr userDrawn="1"/>
        </p:nvSpPr>
        <p:spPr>
          <a:xfrm>
            <a:off x="4911547" y="1444171"/>
            <a:ext cx="626533" cy="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80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7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6690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males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schmales Bild und 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6048" y="1643149"/>
            <a:ext cx="7225278" cy="449835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5733" y="1724300"/>
            <a:ext cx="3395133" cy="44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0861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Diagramme und Tabellen</a:t>
            </a:r>
            <a:endParaRPr lang="de-AT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2859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JKU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38237" y="1575534"/>
            <a:ext cx="7118144" cy="503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588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JKU Logo grau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39600" y="1577096"/>
            <a:ext cx="7118139" cy="5032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1813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 / Schluss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7455" t="15293" r="42710" b="38849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6577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6724" cy="2009172"/>
          </a:xfrm>
        </p:spPr>
        <p:txBody>
          <a:bodyPr anchor="b" anchorCtr="0"/>
          <a:lstStyle>
            <a:lvl1pPr>
              <a:defRPr sz="4500" baseline="0"/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02314" y="556148"/>
            <a:ext cx="1932056" cy="1365877"/>
          </a:xfrm>
          <a:prstGeom prst="rect">
            <a:avLst/>
          </a:prstGeom>
        </p:spPr>
      </p:pic>
      <p:sp>
        <p:nvSpPr>
          <p:cNvPr id="14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51559" y="2083665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10151745" y="3509845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sp>
        <p:nvSpPr>
          <p:cNvPr id="10" name="Bildplatzhalter 9"/>
          <p:cNvSpPr>
            <a:spLocks noGrp="1"/>
          </p:cNvSpPr>
          <p:nvPr>
            <p:ph type="pic" sz="quarter" idx="12" hasCustomPrompt="1"/>
          </p:nvPr>
        </p:nvSpPr>
        <p:spPr>
          <a:xfrm>
            <a:off x="10175809" y="4929568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522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el / Schluss mit Logo farbi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2226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sp>
        <p:nvSpPr>
          <p:cNvPr id="7" name="Textfeld 6"/>
          <p:cNvSpPr txBox="1"/>
          <p:nvPr userDrawn="1"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 dirty="0">
                <a:solidFill>
                  <a:schemeClr val="bg1"/>
                </a:solidFill>
                <a:latin typeface="+mj-lt"/>
              </a:rPr>
              <a:t>JOHANNES</a:t>
            </a:r>
            <a:r>
              <a:rPr lang="de-AT" sz="800" b="0" baseline="0" dirty="0">
                <a:solidFill>
                  <a:schemeClr val="bg1"/>
                </a:solidFill>
                <a:latin typeface="+mj-lt"/>
              </a:rPr>
              <a:t> KEPLER UNIVERSITÄT LINZ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4040 Linz, Österreich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jku.at</a:t>
            </a:r>
            <a:endParaRPr lang="de-AT" sz="800" b="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9" name="Grafik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46873" y="4703524"/>
            <a:ext cx="1361199" cy="962306"/>
          </a:xfrm>
          <a:prstGeom prst="rect">
            <a:avLst/>
          </a:prstGeom>
        </p:spPr>
      </p:pic>
      <p:sp>
        <p:nvSpPr>
          <p:cNvPr id="10" name="Rechteck 9"/>
          <p:cNvSpPr/>
          <p:nvPr userDrawn="1"/>
        </p:nvSpPr>
        <p:spPr>
          <a:xfrm>
            <a:off x="475590" y="4058958"/>
            <a:ext cx="438632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AT" sz="4400" dirty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rPr>
              <a:t>circPLAST-mr</a:t>
            </a:r>
          </a:p>
        </p:txBody>
      </p:sp>
    </p:spTree>
    <p:extLst>
      <p:ext uri="{BB962C8B-B14F-4D97-AF65-F5344CB8AC3E}">
        <p14:creationId xmlns:p14="http://schemas.microsoft.com/office/powerpoint/2010/main" val="54835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pic>
        <p:nvPicPr>
          <p:cNvPr id="13" name="Grafik 1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7455" t="15293" r="42710" b="38849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</p:spPr>
      </p:pic>
      <p:sp>
        <p:nvSpPr>
          <p:cNvPr id="11" name="Datumsplatzhalt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4479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farb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20" name="Fußzeilenplatzhalter 19"/>
          <p:cNvSpPr>
            <a:spLocks noGrp="1"/>
          </p:cNvSpPr>
          <p:nvPr>
            <p:ph type="ftr" sz="quarte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21" name="Foliennummernplatzhalt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6514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Übersicht Kooperati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 hasCustomPrompt="1"/>
          </p:nvPr>
        </p:nvSpPr>
        <p:spPr>
          <a:xfrm>
            <a:off x="8241458" y="1721189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10" name="Bildplatzhalter 6"/>
          <p:cNvSpPr>
            <a:spLocks noGrp="1"/>
          </p:cNvSpPr>
          <p:nvPr>
            <p:ph type="pic" sz="quarter" idx="16" hasCustomPrompt="1"/>
          </p:nvPr>
        </p:nvSpPr>
        <p:spPr>
          <a:xfrm>
            <a:off x="574656" y="1721189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11" name="Bildplatzhalter 6"/>
          <p:cNvSpPr>
            <a:spLocks noGrp="1"/>
          </p:cNvSpPr>
          <p:nvPr>
            <p:ph type="pic" sz="quarter" idx="17" hasCustomPrompt="1"/>
          </p:nvPr>
        </p:nvSpPr>
        <p:spPr>
          <a:xfrm>
            <a:off x="4407277" y="1720152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In Kooperation mit</a:t>
            </a:r>
          </a:p>
        </p:txBody>
      </p:sp>
      <p:sp>
        <p:nvSpPr>
          <p:cNvPr id="19" name="Bildplatzhalter 6"/>
          <p:cNvSpPr>
            <a:spLocks noGrp="1"/>
          </p:cNvSpPr>
          <p:nvPr>
            <p:ph type="pic" sz="quarter" idx="26" hasCustomPrompt="1"/>
          </p:nvPr>
        </p:nvSpPr>
        <p:spPr>
          <a:xfrm>
            <a:off x="8241458" y="329132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1" name="Bildplatzhalter 6"/>
          <p:cNvSpPr>
            <a:spLocks noGrp="1"/>
          </p:cNvSpPr>
          <p:nvPr>
            <p:ph type="pic" sz="quarter" idx="27" hasCustomPrompt="1"/>
          </p:nvPr>
        </p:nvSpPr>
        <p:spPr>
          <a:xfrm>
            <a:off x="574656" y="329132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2" name="Bildplatzhalter 6"/>
          <p:cNvSpPr>
            <a:spLocks noGrp="1"/>
          </p:cNvSpPr>
          <p:nvPr>
            <p:ph type="pic" sz="quarter" idx="28" hasCustomPrompt="1"/>
          </p:nvPr>
        </p:nvSpPr>
        <p:spPr>
          <a:xfrm>
            <a:off x="4407277" y="3290290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3" name="Bildplatzhalter 6"/>
          <p:cNvSpPr>
            <a:spLocks noGrp="1"/>
          </p:cNvSpPr>
          <p:nvPr>
            <p:ph type="pic" sz="quarter" idx="29" hasCustomPrompt="1"/>
          </p:nvPr>
        </p:nvSpPr>
        <p:spPr>
          <a:xfrm>
            <a:off x="8246376" y="486748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4" name="Bildplatzhalter 6"/>
          <p:cNvSpPr>
            <a:spLocks noGrp="1"/>
          </p:cNvSpPr>
          <p:nvPr>
            <p:ph type="pic" sz="quarter" idx="30" hasCustomPrompt="1"/>
          </p:nvPr>
        </p:nvSpPr>
        <p:spPr>
          <a:xfrm>
            <a:off x="579574" y="486748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5" name="Bildplatzhalter 6"/>
          <p:cNvSpPr>
            <a:spLocks noGrp="1"/>
          </p:cNvSpPr>
          <p:nvPr>
            <p:ph type="pic" sz="quarter" idx="31" hasCustomPrompt="1"/>
          </p:nvPr>
        </p:nvSpPr>
        <p:spPr>
          <a:xfrm>
            <a:off x="4412195" y="4866450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30" name="Datumsplatzhalter 29"/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31" name="Fußzeilenplatzhalter 30"/>
          <p:cNvSpPr>
            <a:spLocks noGrp="1"/>
          </p:cNvSpPr>
          <p:nvPr>
            <p:ph type="ftr" sz="quarter" idx="33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Autor</a:t>
            </a:r>
            <a:r>
              <a:rPr lang="en-US" dirty="0"/>
              <a:t> und LVA-</a:t>
            </a:r>
            <a:r>
              <a:rPr lang="en-US" dirty="0" err="1"/>
              <a:t>Nummer</a:t>
            </a:r>
            <a:endParaRPr lang="en-US" dirty="0"/>
          </a:p>
        </p:txBody>
      </p:sp>
      <p:sp>
        <p:nvSpPr>
          <p:cNvPr id="32" name="Foliennummernplatzhalter 31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4328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6">
          <p15:clr>
            <a:srgbClr val="FBAE40"/>
          </p15:clr>
        </p15:guide>
        <p15:guide id="2" pos="54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Übers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23093" y="636613"/>
            <a:ext cx="10845364" cy="54992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5000"/>
              </a:lnSpc>
              <a:spcBef>
                <a:spcPts val="1600"/>
              </a:spcBef>
              <a:buFontTx/>
              <a:buNone/>
              <a:defRPr sz="1700" baseline="0">
                <a:latin typeface="+mj-lt"/>
              </a:defRPr>
            </a:lvl1pPr>
            <a:lvl2pPr marL="285750" indent="-285750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500"/>
            </a:lvl2pPr>
          </a:lstStyle>
          <a:p>
            <a:pPr lvl="0"/>
            <a:r>
              <a:rPr lang="de-DE" dirty="0"/>
              <a:t>Kapitel 1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2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3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4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5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1"/>
            <a:endParaRPr lang="de-DE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5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4348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bild, schwarz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1540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großes Imagebild</a:t>
            </a:r>
            <a:endParaRPr lang="de-AT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5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66173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bild, weiß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153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großes Imagebild</a:t>
            </a:r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5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55824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28"/>
          </p:nvPr>
        </p:nvSpPr>
        <p:spPr>
          <a:xfrm>
            <a:off x="10321447" y="6358497"/>
            <a:ext cx="1385007" cy="365125"/>
          </a:xfrm>
        </p:spPr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r>
              <a:rPr lang="en-US" dirty="0"/>
              <a:t> | 20.09.2021</a:t>
            </a:r>
          </a:p>
        </p:txBody>
      </p:sp>
    </p:spTree>
    <p:extLst>
      <p:ext uri="{BB962C8B-B14F-4D97-AF65-F5344CB8AC3E}">
        <p14:creationId xmlns:p14="http://schemas.microsoft.com/office/powerpoint/2010/main" val="376653153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glei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Vergleich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6843" y="1639640"/>
            <a:ext cx="5399024" cy="451351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2918" y="1638582"/>
            <a:ext cx="5398407" cy="451351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16.10.2015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09520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osses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6701" y="1638300"/>
            <a:ext cx="3474625" cy="451032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5733" y="1721513"/>
            <a:ext cx="7213600" cy="44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0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575733" y="5864981"/>
            <a:ext cx="7213600" cy="2741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großes Bild und Text</a:t>
            </a:r>
            <a:endParaRPr lang="de-AT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7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74653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rmel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2069754" y="1724299"/>
            <a:ext cx="8075595" cy="44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10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2048933" y="5863959"/>
            <a:ext cx="8096416" cy="2781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Formeln</a:t>
            </a:r>
            <a:endParaRPr lang="de-AT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27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3139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Video</a:t>
            </a:r>
            <a:endParaRPr lang="de-AT" dirty="0"/>
          </a:p>
        </p:txBody>
      </p:sp>
      <p:sp>
        <p:nvSpPr>
          <p:cNvPr id="7" name="Medienplatzhalter 6"/>
          <p:cNvSpPr>
            <a:spLocks noGrp="1"/>
          </p:cNvSpPr>
          <p:nvPr>
            <p:ph type="media" sz="quarter" idx="13"/>
          </p:nvPr>
        </p:nvSpPr>
        <p:spPr>
          <a:xfrm>
            <a:off x="575733" y="1724302"/>
            <a:ext cx="11035593" cy="44172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Mediaclip durch Klicken auf Symbol hinzufügen</a:t>
            </a:r>
            <a:endParaRPr lang="de-AT" dirty="0"/>
          </a:p>
        </p:txBody>
      </p:sp>
      <p:sp>
        <p:nvSpPr>
          <p:cNvPr id="9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575733" y="5865691"/>
            <a:ext cx="11035593" cy="2781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7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276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kleine Bilder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3 kleine Bilder und 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8100" y="1639035"/>
            <a:ext cx="7223226" cy="450453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7711" y="1725845"/>
            <a:ext cx="3393156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4"/>
          </p:nvPr>
        </p:nvSpPr>
        <p:spPr>
          <a:xfrm>
            <a:off x="577703" y="3254918"/>
            <a:ext cx="3393063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0" name="Bildplatzhalter 7"/>
          <p:cNvSpPr>
            <a:spLocks noGrp="1"/>
          </p:cNvSpPr>
          <p:nvPr>
            <p:ph type="pic" sz="quarter" idx="15"/>
          </p:nvPr>
        </p:nvSpPr>
        <p:spPr>
          <a:xfrm>
            <a:off x="577703" y="4775571"/>
            <a:ext cx="3393063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4" name="Rechteck 13"/>
          <p:cNvSpPr/>
          <p:nvPr userDrawn="1"/>
        </p:nvSpPr>
        <p:spPr>
          <a:xfrm>
            <a:off x="4911547" y="1444171"/>
            <a:ext cx="626533" cy="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80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7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2656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chmales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schmales Bild und 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6048" y="1643149"/>
            <a:ext cx="7225278" cy="449835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5733" y="1724300"/>
            <a:ext cx="3395133" cy="44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42933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Diagramme und Tabellen</a:t>
            </a:r>
            <a:endParaRPr lang="de-AT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58030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JKU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237" y="1575534"/>
            <a:ext cx="7118144" cy="503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5824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JKU Logo grau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600" y="1577096"/>
            <a:ext cx="7118139" cy="5032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34220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el / Schluss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55" t="15293" r="42710" b="38849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6577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6724" cy="2009172"/>
          </a:xfrm>
        </p:spPr>
        <p:txBody>
          <a:bodyPr anchor="b" anchorCtr="0"/>
          <a:lstStyle>
            <a:lvl1pPr>
              <a:defRPr sz="4500" baseline="0"/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314" y="556148"/>
            <a:ext cx="1932056" cy="1365877"/>
          </a:xfrm>
          <a:prstGeom prst="rect">
            <a:avLst/>
          </a:prstGeom>
        </p:spPr>
      </p:pic>
      <p:sp>
        <p:nvSpPr>
          <p:cNvPr id="14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51559" y="2083665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10151745" y="3509845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sp>
        <p:nvSpPr>
          <p:cNvPr id="10" name="Bildplatzhalter 9"/>
          <p:cNvSpPr>
            <a:spLocks noGrp="1"/>
          </p:cNvSpPr>
          <p:nvPr>
            <p:ph type="pic" sz="quarter" idx="12" hasCustomPrompt="1"/>
          </p:nvPr>
        </p:nvSpPr>
        <p:spPr>
          <a:xfrm>
            <a:off x="10175809" y="4929568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275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el / Schluss mit Logo farbi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2226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sp>
        <p:nvSpPr>
          <p:cNvPr id="7" name="Textfeld 6"/>
          <p:cNvSpPr txBox="1"/>
          <p:nvPr userDrawn="1"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 dirty="0">
                <a:solidFill>
                  <a:schemeClr val="bg1"/>
                </a:solidFill>
                <a:latin typeface="+mj-lt"/>
              </a:rPr>
              <a:t>JOHANNES</a:t>
            </a:r>
            <a:r>
              <a:rPr lang="de-AT" sz="800" b="0" baseline="0" dirty="0">
                <a:solidFill>
                  <a:schemeClr val="bg1"/>
                </a:solidFill>
                <a:latin typeface="+mj-lt"/>
              </a:rPr>
              <a:t> KEPLER UNIVERSITÄT LINZ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4040 Linz, Österreich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jku.at</a:t>
            </a:r>
            <a:endParaRPr lang="de-AT" sz="800" b="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9" name="Grafik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6873" y="4703524"/>
            <a:ext cx="1361199" cy="962306"/>
          </a:xfrm>
          <a:prstGeom prst="rect">
            <a:avLst/>
          </a:prstGeom>
        </p:spPr>
      </p:pic>
      <p:sp>
        <p:nvSpPr>
          <p:cNvPr id="10" name="Rechteck 9"/>
          <p:cNvSpPr/>
          <p:nvPr userDrawn="1"/>
        </p:nvSpPr>
        <p:spPr>
          <a:xfrm>
            <a:off x="475590" y="4058958"/>
            <a:ext cx="548765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AT" sz="4400" dirty="0" err="1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rPr>
              <a:t>greenPLAST</a:t>
            </a:r>
            <a:r>
              <a:rPr lang="de-AT" sz="4400" dirty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rPr>
              <a:t>-food</a:t>
            </a:r>
          </a:p>
        </p:txBody>
      </p:sp>
    </p:spTree>
    <p:extLst>
      <p:ext uri="{BB962C8B-B14F-4D97-AF65-F5344CB8AC3E}">
        <p14:creationId xmlns:p14="http://schemas.microsoft.com/office/powerpoint/2010/main" val="33345729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pic>
        <p:nvPicPr>
          <p:cNvPr id="13" name="Grafik 1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55" t="15293" r="42710" b="38849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</p:spPr>
      </p:pic>
      <p:sp>
        <p:nvSpPr>
          <p:cNvPr id="11" name="Datumsplatzhalt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17.01.2025</a:t>
            </a:r>
            <a:endParaRPr lang="en-US" dirty="0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240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farb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17.01.2025</a:t>
            </a:r>
            <a:endParaRPr lang="en-US" dirty="0"/>
          </a:p>
        </p:txBody>
      </p:sp>
      <p:sp>
        <p:nvSpPr>
          <p:cNvPr id="20" name="Fußzeilenplatzhalter 19"/>
          <p:cNvSpPr>
            <a:spLocks noGrp="1"/>
          </p:cNvSpPr>
          <p:nvPr>
            <p:ph type="ftr" sz="quarte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21" name="Foliennummernplatzhalt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471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Übersicht Kooperati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 hasCustomPrompt="1"/>
          </p:nvPr>
        </p:nvSpPr>
        <p:spPr>
          <a:xfrm>
            <a:off x="8241458" y="1721189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10" name="Bildplatzhalter 6"/>
          <p:cNvSpPr>
            <a:spLocks noGrp="1"/>
          </p:cNvSpPr>
          <p:nvPr>
            <p:ph type="pic" sz="quarter" idx="16" hasCustomPrompt="1"/>
          </p:nvPr>
        </p:nvSpPr>
        <p:spPr>
          <a:xfrm>
            <a:off x="574656" y="1721189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11" name="Bildplatzhalter 6"/>
          <p:cNvSpPr>
            <a:spLocks noGrp="1"/>
          </p:cNvSpPr>
          <p:nvPr>
            <p:ph type="pic" sz="quarter" idx="17" hasCustomPrompt="1"/>
          </p:nvPr>
        </p:nvSpPr>
        <p:spPr>
          <a:xfrm>
            <a:off x="4407277" y="1720152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In Kooperation mit</a:t>
            </a:r>
          </a:p>
        </p:txBody>
      </p:sp>
      <p:sp>
        <p:nvSpPr>
          <p:cNvPr id="19" name="Bildplatzhalter 6"/>
          <p:cNvSpPr>
            <a:spLocks noGrp="1"/>
          </p:cNvSpPr>
          <p:nvPr>
            <p:ph type="pic" sz="quarter" idx="26" hasCustomPrompt="1"/>
          </p:nvPr>
        </p:nvSpPr>
        <p:spPr>
          <a:xfrm>
            <a:off x="8241458" y="329132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1" name="Bildplatzhalter 6"/>
          <p:cNvSpPr>
            <a:spLocks noGrp="1"/>
          </p:cNvSpPr>
          <p:nvPr>
            <p:ph type="pic" sz="quarter" idx="27" hasCustomPrompt="1"/>
          </p:nvPr>
        </p:nvSpPr>
        <p:spPr>
          <a:xfrm>
            <a:off x="574656" y="329132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2" name="Bildplatzhalter 6"/>
          <p:cNvSpPr>
            <a:spLocks noGrp="1"/>
          </p:cNvSpPr>
          <p:nvPr>
            <p:ph type="pic" sz="quarter" idx="28" hasCustomPrompt="1"/>
          </p:nvPr>
        </p:nvSpPr>
        <p:spPr>
          <a:xfrm>
            <a:off x="4407277" y="3290290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3" name="Bildplatzhalter 6"/>
          <p:cNvSpPr>
            <a:spLocks noGrp="1"/>
          </p:cNvSpPr>
          <p:nvPr>
            <p:ph type="pic" sz="quarter" idx="29" hasCustomPrompt="1"/>
          </p:nvPr>
        </p:nvSpPr>
        <p:spPr>
          <a:xfrm>
            <a:off x="8246376" y="486748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4" name="Bildplatzhalter 6"/>
          <p:cNvSpPr>
            <a:spLocks noGrp="1"/>
          </p:cNvSpPr>
          <p:nvPr>
            <p:ph type="pic" sz="quarter" idx="30" hasCustomPrompt="1"/>
          </p:nvPr>
        </p:nvSpPr>
        <p:spPr>
          <a:xfrm>
            <a:off x="579574" y="486748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5" name="Bildplatzhalter 6"/>
          <p:cNvSpPr>
            <a:spLocks noGrp="1"/>
          </p:cNvSpPr>
          <p:nvPr>
            <p:ph type="pic" sz="quarter" idx="31" hasCustomPrompt="1"/>
          </p:nvPr>
        </p:nvSpPr>
        <p:spPr>
          <a:xfrm>
            <a:off x="4412195" y="4866450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30" name="Datumsplatzhalter 29"/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r>
              <a:rPr lang="de-DE" dirty="0"/>
              <a:t>17.01.2025</a:t>
            </a:r>
            <a:endParaRPr lang="en-US" dirty="0"/>
          </a:p>
        </p:txBody>
      </p:sp>
      <p:sp>
        <p:nvSpPr>
          <p:cNvPr id="31" name="Fußzeilenplatzhalter 30"/>
          <p:cNvSpPr>
            <a:spLocks noGrp="1"/>
          </p:cNvSpPr>
          <p:nvPr>
            <p:ph type="ftr" sz="quarter" idx="33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Autor</a:t>
            </a:r>
            <a:r>
              <a:rPr lang="en-US" dirty="0"/>
              <a:t> und LVA-</a:t>
            </a:r>
            <a:r>
              <a:rPr lang="en-US" dirty="0" err="1"/>
              <a:t>Nummer</a:t>
            </a:r>
            <a:endParaRPr lang="en-US" dirty="0"/>
          </a:p>
        </p:txBody>
      </p:sp>
      <p:sp>
        <p:nvSpPr>
          <p:cNvPr id="32" name="Foliennummernplatzhalter 31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561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6" userDrawn="1">
          <p15:clr>
            <a:srgbClr val="FBAE40"/>
          </p15:clr>
        </p15:guide>
        <p15:guide id="2" pos="544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Übers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23093" y="636613"/>
            <a:ext cx="10845364" cy="54992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5000"/>
              </a:lnSpc>
              <a:spcBef>
                <a:spcPts val="1600"/>
              </a:spcBef>
              <a:buFontTx/>
              <a:buNone/>
              <a:defRPr sz="1700" baseline="0">
                <a:latin typeface="+mj-lt"/>
              </a:defRPr>
            </a:lvl1pPr>
            <a:lvl2pPr marL="285750" indent="-285750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500"/>
            </a:lvl2pPr>
          </a:lstStyle>
          <a:p>
            <a:pPr lvl="0"/>
            <a:r>
              <a:rPr lang="de-DE" dirty="0"/>
              <a:t>Kapitel 1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2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3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4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5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1"/>
            <a:endParaRPr lang="de-DE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5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71712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bild, schwarz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1540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großes Imagebild</a:t>
            </a:r>
            <a:endParaRPr lang="de-AT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5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94285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bild, weiß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153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großes Imagebild</a:t>
            </a:r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5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90185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28"/>
          </p:nvPr>
        </p:nvSpPr>
        <p:spPr>
          <a:xfrm>
            <a:off x="10321447" y="6358497"/>
            <a:ext cx="1385007" cy="365125"/>
          </a:xfrm>
        </p:spPr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r>
              <a:rPr lang="en-US" dirty="0"/>
              <a:t> | 17.01.2025</a:t>
            </a:r>
          </a:p>
        </p:txBody>
      </p:sp>
    </p:spTree>
    <p:extLst>
      <p:ext uri="{BB962C8B-B14F-4D97-AF65-F5344CB8AC3E}">
        <p14:creationId xmlns:p14="http://schemas.microsoft.com/office/powerpoint/2010/main" val="36649936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erglei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Vergleich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6843" y="1639640"/>
            <a:ext cx="5399024" cy="451351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2918" y="1638582"/>
            <a:ext cx="5398407" cy="451351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16.10.2015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30156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osses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6701" y="1638300"/>
            <a:ext cx="3474625" cy="451032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5733" y="1721513"/>
            <a:ext cx="7213600" cy="44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0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575733" y="5864981"/>
            <a:ext cx="7213600" cy="2741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großes Bild und Text</a:t>
            </a:r>
            <a:endParaRPr lang="de-AT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7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3958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ormel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2069754" y="1724299"/>
            <a:ext cx="8075595" cy="44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10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2048933" y="5863959"/>
            <a:ext cx="8096416" cy="2781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Formeln</a:t>
            </a:r>
            <a:endParaRPr lang="de-AT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27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69439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Video</a:t>
            </a:r>
            <a:endParaRPr lang="de-AT" dirty="0"/>
          </a:p>
        </p:txBody>
      </p:sp>
      <p:sp>
        <p:nvSpPr>
          <p:cNvPr id="7" name="Medienplatzhalter 6"/>
          <p:cNvSpPr>
            <a:spLocks noGrp="1"/>
          </p:cNvSpPr>
          <p:nvPr>
            <p:ph type="media" sz="quarter" idx="13"/>
          </p:nvPr>
        </p:nvSpPr>
        <p:spPr>
          <a:xfrm>
            <a:off x="575733" y="1724302"/>
            <a:ext cx="11035593" cy="44172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Mediaclip durch Klicken auf Symbol hinzufügen</a:t>
            </a:r>
            <a:endParaRPr lang="de-AT" dirty="0"/>
          </a:p>
        </p:txBody>
      </p:sp>
      <p:sp>
        <p:nvSpPr>
          <p:cNvPr id="9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575733" y="5865691"/>
            <a:ext cx="11035593" cy="2781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7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90998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kleine Bilder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3 kleine Bilder und 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8100" y="1639035"/>
            <a:ext cx="7223226" cy="450453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7711" y="1725845"/>
            <a:ext cx="3393156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4"/>
          </p:nvPr>
        </p:nvSpPr>
        <p:spPr>
          <a:xfrm>
            <a:off x="577703" y="3254918"/>
            <a:ext cx="3393063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0" name="Bildplatzhalter 7"/>
          <p:cNvSpPr>
            <a:spLocks noGrp="1"/>
          </p:cNvSpPr>
          <p:nvPr>
            <p:ph type="pic" sz="quarter" idx="15"/>
          </p:nvPr>
        </p:nvSpPr>
        <p:spPr>
          <a:xfrm>
            <a:off x="577703" y="4775571"/>
            <a:ext cx="3393063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4" name="Rechteck 13"/>
          <p:cNvSpPr/>
          <p:nvPr userDrawn="1"/>
        </p:nvSpPr>
        <p:spPr>
          <a:xfrm>
            <a:off x="4911547" y="1444171"/>
            <a:ext cx="626533" cy="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80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7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37534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chmales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schmales Bild und 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6048" y="1643149"/>
            <a:ext cx="7225278" cy="449835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5733" y="1724300"/>
            <a:ext cx="3395133" cy="44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41577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Diagramme und Tabellen</a:t>
            </a:r>
            <a:endParaRPr lang="de-AT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7533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/>
              <a:t>Platz für</a:t>
            </a:r>
            <a:br>
              <a:rPr lang="de-DE"/>
            </a:br>
            <a:r>
              <a:rPr lang="de-DE"/>
              <a:t>Titel, Diagramme und Tabellen</a:t>
            </a:r>
            <a:endParaRPr lang="de-AT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Jörg Fischer, LVA </a:t>
            </a:r>
            <a:r>
              <a:rPr lang="en-US" err="1"/>
              <a:t>Nr</a:t>
            </a:r>
            <a:r>
              <a:rPr lang="en-US"/>
              <a:t>. 380020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2677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 dirty="0"/>
              <a:t>Titelmusterformat durch Klicken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9025" y="6358497"/>
            <a:ext cx="1347429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>
                <a:solidFill>
                  <a:schemeClr val="tx1"/>
                </a:solidFill>
                <a:latin typeface="+mn-lt"/>
              </a:defRPr>
            </a:lvl1pPr>
          </a:lstStyle>
          <a:p>
            <a:fld id="{68F3185B-C653-42AE-8B74-FF214C291574}" type="slidenum">
              <a:rPr lang="en-US" smtClean="0"/>
              <a:pPr/>
              <a:t>‹Nr.›</a:t>
            </a:fld>
            <a:r>
              <a:rPr lang="en-US" dirty="0"/>
              <a:t> | 17.01.2025</a:t>
            </a:r>
          </a:p>
        </p:txBody>
      </p:sp>
      <p:sp>
        <p:nvSpPr>
          <p:cNvPr id="33" name="Textplatzhalter 32"/>
          <p:cNvSpPr>
            <a:spLocks noGrp="1"/>
          </p:cNvSpPr>
          <p:nvPr>
            <p:ph type="body" idx="1"/>
          </p:nvPr>
        </p:nvSpPr>
        <p:spPr>
          <a:xfrm>
            <a:off x="470188" y="1619798"/>
            <a:ext cx="11141138" cy="4513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Rechteck 6"/>
          <p:cNvSpPr/>
          <p:nvPr userDrawn="1"/>
        </p:nvSpPr>
        <p:spPr>
          <a:xfrm>
            <a:off x="470188" y="6356982"/>
            <a:ext cx="15181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AT" dirty="0" err="1">
                <a:solidFill>
                  <a:srgbClr val="0072A0"/>
                </a:solidFill>
                <a:latin typeface="+mj-lt"/>
              </a:rPr>
              <a:t>muchmore</a:t>
            </a:r>
            <a:endParaRPr lang="de-AT" dirty="0">
              <a:solidFill>
                <a:srgbClr val="0072A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26194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  <p:sldLayoutId id="2147483761" r:id="rId15"/>
    <p:sldLayoutId id="2147483762" r:id="rId16"/>
    <p:sldLayoutId id="2147483763" r:id="rId17"/>
    <p:sldLayoutId id="2147483764" r:id="rId18"/>
    <p:sldLayoutId id="2147483727" r:id="rId19"/>
    <p:sldLayoutId id="2147483728" r:id="rId20"/>
    <p:sldLayoutId id="2147483729" r:id="rId21"/>
    <p:sldLayoutId id="2147483730" r:id="rId22"/>
    <p:sldLayoutId id="2147483731" r:id="rId23"/>
    <p:sldLayoutId id="2147483732" r:id="rId24"/>
    <p:sldLayoutId id="2147483733" r:id="rId25"/>
    <p:sldLayoutId id="2147483734" r:id="rId26"/>
    <p:sldLayoutId id="2147483735" r:id="rId27"/>
    <p:sldLayoutId id="2147483736" r:id="rId28"/>
    <p:sldLayoutId id="2147483737" r:id="rId29"/>
    <p:sldLayoutId id="2147483738" r:id="rId30"/>
    <p:sldLayoutId id="2147483739" r:id="rId31"/>
    <p:sldLayoutId id="2147483740" r:id="rId32"/>
    <p:sldLayoutId id="2147483741" r:id="rId33"/>
    <p:sldLayoutId id="2147483742" r:id="rId34"/>
    <p:sldLayoutId id="2147483743" r:id="rId35"/>
    <p:sldLayoutId id="2147483744" r:id="rId36"/>
    <p:sldLayoutId id="2147483667" r:id="rId37"/>
    <p:sldLayoutId id="2147483679" r:id="rId38"/>
    <p:sldLayoutId id="2147483680" r:id="rId39"/>
    <p:sldLayoutId id="2147483681" r:id="rId40"/>
    <p:sldLayoutId id="2147483683" r:id="rId41"/>
    <p:sldLayoutId id="2147483682" r:id="rId42"/>
    <p:sldLayoutId id="2147483669" r:id="rId43"/>
    <p:sldLayoutId id="2147483670" r:id="rId44"/>
    <p:sldLayoutId id="2147483666" r:id="rId45"/>
    <p:sldLayoutId id="2147483677" r:id="rId46"/>
    <p:sldLayoutId id="2147483662" r:id="rId47"/>
    <p:sldLayoutId id="2147483664" r:id="rId48"/>
    <p:sldLayoutId id="2147483671" r:id="rId49"/>
    <p:sldLayoutId id="2147483672" r:id="rId50"/>
    <p:sldLayoutId id="2147483673" r:id="rId51"/>
    <p:sldLayoutId id="2147483675" r:id="rId52"/>
    <p:sldLayoutId id="2147483674" r:id="rId53"/>
    <p:sldLayoutId id="2147483678" r:id="rId54"/>
    <p:sldLayoutId id="2147483725" r:id="rId55"/>
  </p:sldLayoutIdLst>
  <p:hf hdr="0" dt="0"/>
  <p:txStyles>
    <p:titleStyle>
      <a:lvl1pPr algn="l" defTabSz="914400" rtl="0" eaLnBrk="1" latinLnBrk="0" hangingPunct="1">
        <a:lnSpc>
          <a:spcPct val="83000"/>
        </a:lnSpc>
        <a:spcBef>
          <a:spcPct val="0"/>
        </a:spcBef>
        <a:buNone/>
        <a:defRPr sz="300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105000"/>
        </a:lnSpc>
        <a:spcBef>
          <a:spcPts val="800"/>
        </a:spcBef>
        <a:buSzPct val="12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914400" rtl="0" eaLnBrk="1" latinLnBrk="0" hangingPunct="1">
        <a:lnSpc>
          <a:spcPct val="105000"/>
        </a:lnSpc>
        <a:spcBef>
          <a:spcPts val="0"/>
        </a:spcBef>
        <a:buSzPct val="125000"/>
        <a:buFont typeface="Arial" panose="020B0604020202020204" pitchFamily="34" charset="0"/>
        <a:buChar char="◦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914400" rtl="0" eaLnBrk="1" latinLnBrk="0" hangingPunct="1">
        <a:lnSpc>
          <a:spcPct val="105000"/>
        </a:lnSpc>
        <a:spcBef>
          <a:spcPts val="0"/>
        </a:spcBef>
        <a:buSzPct val="85000"/>
        <a:buFont typeface="Wingdings" panose="05000000000000000000" pitchFamily="2" charset="2"/>
        <a:buChar char="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4000" indent="-216000" algn="l" defTabSz="914400" rtl="0" eaLnBrk="1" latinLnBrk="0" hangingPunct="1">
        <a:lnSpc>
          <a:spcPct val="105000"/>
        </a:lnSpc>
        <a:spcBef>
          <a:spcPts val="0"/>
        </a:spcBef>
        <a:buSzPct val="110000"/>
        <a:buFont typeface="Arial" panose="020B06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16000" algn="l" defTabSz="914400" rtl="0" eaLnBrk="1" latinLnBrk="0" hangingPunct="1">
        <a:lnSpc>
          <a:spcPct val="105000"/>
        </a:lnSpc>
        <a:spcBef>
          <a:spcPts val="0"/>
        </a:spcBef>
        <a:buSzPct val="65000"/>
        <a:buFont typeface="Wingdings 2" panose="05020102010507070707" pitchFamily="18" charset="2"/>
        <a:buChar char="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78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75589" y="547305"/>
            <a:ext cx="9530423" cy="2263841"/>
          </a:xfrm>
        </p:spPr>
        <p:txBody>
          <a:bodyPr/>
          <a:lstStyle/>
          <a:p>
            <a:pPr>
              <a:spcBef>
                <a:spcPts val="1200"/>
              </a:spcBef>
            </a:pPr>
            <a:br>
              <a:rPr lang="de-AT" sz="4000" dirty="0"/>
            </a:br>
            <a:r>
              <a:rPr lang="de-AT" sz="4000" dirty="0"/>
              <a:t>PP/PS-</a:t>
            </a:r>
            <a:r>
              <a:rPr lang="de-AT" sz="4000" dirty="0" err="1"/>
              <a:t>Blends</a:t>
            </a:r>
            <a:br>
              <a:rPr lang="de-AT" sz="4000" dirty="0"/>
            </a:br>
            <a:r>
              <a:rPr lang="de-AT" sz="2800" dirty="0"/>
              <a:t>Mikroskopie nach </a:t>
            </a:r>
            <a:r>
              <a:rPr lang="de-AT" sz="2800" dirty="0" err="1"/>
              <a:t>Mikrotomschnitt</a:t>
            </a:r>
            <a:r>
              <a:rPr lang="de-AT" sz="2800" dirty="0"/>
              <a:t> mit Glasmesser</a:t>
            </a:r>
            <a:br>
              <a:rPr lang="de-AT" sz="4000" dirty="0"/>
            </a:br>
            <a:endParaRPr lang="de-AT" sz="2800" strike="sngStrike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6" name="Titel 2"/>
          <p:cNvSpPr txBox="1">
            <a:spLocks/>
          </p:cNvSpPr>
          <p:nvPr/>
        </p:nvSpPr>
        <p:spPr>
          <a:xfrm>
            <a:off x="475589" y="5116486"/>
            <a:ext cx="9362678" cy="8223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sz="450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spcBef>
                <a:spcPts val="1200"/>
              </a:spcBef>
            </a:pPr>
            <a:r>
              <a:rPr lang="de-AT" sz="1800" dirty="0"/>
              <a:t>Laura Hader-Kregl</a:t>
            </a:r>
            <a:endParaRPr lang="de-AT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85901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37E588-20B5-993D-4A8D-AA1790BBF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Expermentelles</a:t>
            </a:r>
            <a:endParaRPr lang="en-GB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17D908E-B2BE-AAA6-0AFE-2433B31B2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Probe</a:t>
            </a:r>
          </a:p>
          <a:p>
            <a:pPr lvl="1"/>
            <a:r>
              <a:rPr lang="de-DE" dirty="0"/>
              <a:t>PP:PS = 75:25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Probenvorbereitung</a:t>
            </a:r>
          </a:p>
          <a:p>
            <a:r>
              <a:rPr lang="de-DE" dirty="0" err="1"/>
              <a:t>Mikrotomschnitt</a:t>
            </a:r>
            <a:r>
              <a:rPr lang="de-DE" dirty="0"/>
              <a:t> mit Glasmesser (JKU-IPS) – „Pyramidenform“</a:t>
            </a:r>
          </a:p>
          <a:p>
            <a:endParaRPr lang="de-DE" dirty="0"/>
          </a:p>
          <a:p>
            <a:r>
              <a:rPr lang="de-DE" dirty="0"/>
              <a:t>Lichtmikroskopie</a:t>
            </a:r>
            <a:endParaRPr lang="en-GB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4630D3A-8B49-F53E-F1CC-1D5D3C1348F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Grafik 5" descr="Ein Bild, das Plastik, Kreis, Blau, Im Haus enthält.&#10;&#10;KI-generierte Inhalte können fehlerhaft sein.">
            <a:extLst>
              <a:ext uri="{FF2B5EF4-FFF2-40B4-BE49-F238E27FC236}">
                <a16:creationId xmlns:a16="http://schemas.microsoft.com/office/drawing/2014/main" id="{51172C64-9844-54F3-3CF2-2B4D521626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98" t="43748" r="33469" b="37880"/>
          <a:stretch>
            <a:fillRect/>
          </a:stretch>
        </p:blipFill>
        <p:spPr>
          <a:xfrm>
            <a:off x="8423435" y="2503011"/>
            <a:ext cx="2608357" cy="2634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155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053E32-BEC4-3838-33AA-F1BFBEFE7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Lichtmikroskopie</a:t>
            </a:r>
            <a:br>
              <a:rPr lang="de-DE" dirty="0"/>
            </a:br>
            <a:endParaRPr lang="en-GB" sz="2000" dirty="0">
              <a:latin typeface="+mn-lt"/>
            </a:endParaRPr>
          </a:p>
        </p:txBody>
      </p:sp>
      <p:pic>
        <p:nvPicPr>
          <p:cNvPr id="20" name="Inhaltsplatzhalter 19" descr="Ein Bild, das Buch, Beige, Screenshot, Buchbindung enthält.&#10;&#10;KI-generierte Inhalte können fehlerhaft sein.">
            <a:extLst>
              <a:ext uri="{FF2B5EF4-FFF2-40B4-BE49-F238E27FC236}">
                <a16:creationId xmlns:a16="http://schemas.microsoft.com/office/drawing/2014/main" id="{273F6952-DDDC-9311-5C28-E14C91BA7F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8168" y="1379624"/>
            <a:ext cx="4516438" cy="4516438"/>
          </a:xfrm>
        </p:spPr>
      </p:pic>
      <p:pic>
        <p:nvPicPr>
          <p:cNvPr id="4" name="Grafik 3" descr="Ein Bild, das Plastik, Kreis, Blau, Im Haus enthält.&#10;&#10;KI-generierte Inhalte können fehlerhaft sein.">
            <a:extLst>
              <a:ext uri="{FF2B5EF4-FFF2-40B4-BE49-F238E27FC236}">
                <a16:creationId xmlns:a16="http://schemas.microsoft.com/office/drawing/2014/main" id="{9CC306C1-3816-9DC7-7840-CA8C685BA4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98" t="43748" r="33469" b="37880"/>
          <a:stretch>
            <a:fillRect/>
          </a:stretch>
        </p:blipFill>
        <p:spPr>
          <a:xfrm>
            <a:off x="868047" y="2320445"/>
            <a:ext cx="2608357" cy="2634796"/>
          </a:xfrm>
          <a:prstGeom prst="rect">
            <a:avLst/>
          </a:prstGeom>
        </p:spPr>
      </p:pic>
      <p:sp>
        <p:nvSpPr>
          <p:cNvPr id="17" name="Ellipse 16">
            <a:extLst>
              <a:ext uri="{FF2B5EF4-FFF2-40B4-BE49-F238E27FC236}">
                <a16:creationId xmlns:a16="http://schemas.microsoft.com/office/drawing/2014/main" id="{480ED1B3-F6C7-2DD7-7F2A-807223F2D400}"/>
              </a:ext>
            </a:extLst>
          </p:cNvPr>
          <p:cNvSpPr/>
          <p:nvPr/>
        </p:nvSpPr>
        <p:spPr>
          <a:xfrm rot="20601205">
            <a:off x="1448563" y="2504739"/>
            <a:ext cx="445670" cy="54979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4C210DC4-0A5B-2CFE-0C12-5BCA297382BA}"/>
              </a:ext>
            </a:extLst>
          </p:cNvPr>
          <p:cNvSpPr txBox="1"/>
          <p:nvPr/>
        </p:nvSpPr>
        <p:spPr>
          <a:xfrm>
            <a:off x="8206274" y="2452424"/>
            <a:ext cx="3843296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/>
              <a:t>Sehr gut definierte Schnittfläche!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600" dirty="0"/>
              <a:t>Außer den im Bild erkennbaren wenigen großen Riefen sind keine signifikanten Kratzer oder Riefen erkennbar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/>
              <a:t>3-teilige Schnittfläche, jedoch ausreichend große Bereiche einheitlicher Schnittführung</a:t>
            </a:r>
            <a:endParaRPr lang="en-GB" dirty="0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16A5448B-64B7-4DEB-B7F4-905DBEB1D827}"/>
              </a:ext>
            </a:extLst>
          </p:cNvPr>
          <p:cNvSpPr txBox="1"/>
          <p:nvPr/>
        </p:nvSpPr>
        <p:spPr>
          <a:xfrm>
            <a:off x="3696056" y="552673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5x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E013F2A1-39A6-B79E-DD0E-82A2E3B88E98}"/>
              </a:ext>
            </a:extLst>
          </p:cNvPr>
          <p:cNvSpPr txBox="1"/>
          <p:nvPr/>
        </p:nvSpPr>
        <p:spPr>
          <a:xfrm>
            <a:off x="6269566" y="3361121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1</a:t>
            </a:r>
            <a:endParaRPr lang="en-GB" sz="2800" dirty="0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4EAB54EA-DA09-1323-B9CC-C14633BE8E1E}"/>
              </a:ext>
            </a:extLst>
          </p:cNvPr>
          <p:cNvSpPr txBox="1"/>
          <p:nvPr/>
        </p:nvSpPr>
        <p:spPr>
          <a:xfrm>
            <a:off x="4982989" y="4122924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2</a:t>
            </a:r>
            <a:endParaRPr lang="en-GB" sz="2800" dirty="0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18E67AA4-6882-FE7A-7CBB-D624A5530EA5}"/>
              </a:ext>
            </a:extLst>
          </p:cNvPr>
          <p:cNvSpPr txBox="1"/>
          <p:nvPr/>
        </p:nvSpPr>
        <p:spPr>
          <a:xfrm>
            <a:off x="7544156" y="2737513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3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515938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084DE-8C10-BE56-E0F9-234899400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278343-78E1-11A8-504F-C472CB0A2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Lichtmikroskopie</a:t>
            </a:r>
            <a:br>
              <a:rPr lang="de-DE" dirty="0"/>
            </a:br>
            <a:r>
              <a:rPr lang="de-DE" sz="2400" dirty="0">
                <a:latin typeface="+mn-lt"/>
              </a:rPr>
              <a:t>Schnittfläche 1</a:t>
            </a:r>
            <a:br>
              <a:rPr lang="de-DE" dirty="0"/>
            </a:br>
            <a:endParaRPr lang="en-GB" sz="2000" dirty="0">
              <a:latin typeface="+mn-lt"/>
            </a:endParaRP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F42C9DCC-65AF-2A77-D0C7-9298B8D40AF0}"/>
              </a:ext>
            </a:extLst>
          </p:cNvPr>
          <p:cNvSpPr txBox="1"/>
          <p:nvPr/>
        </p:nvSpPr>
        <p:spPr>
          <a:xfrm>
            <a:off x="9266210" y="2414590"/>
            <a:ext cx="3843296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/>
              <a:t>Orientierung erkennbar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/>
              <a:t>Klare Phasen sind nicht abzugrenzen</a:t>
            </a:r>
            <a:endParaRPr lang="en-GB" dirty="0"/>
          </a:p>
        </p:txBody>
      </p:sp>
      <p:pic>
        <p:nvPicPr>
          <p:cNvPr id="8" name="Inhaltsplatzhalter 19" descr="Ein Bild, das Buch, Beige, Screenshot, Buchbindung enthält.&#10;&#10;KI-generierte Inhalte können fehlerhaft sein.">
            <a:extLst>
              <a:ext uri="{FF2B5EF4-FFF2-40B4-BE49-F238E27FC236}">
                <a16:creationId xmlns:a16="http://schemas.microsoft.com/office/drawing/2014/main" id="{D303D269-20A1-EE7F-81CD-8056639B30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122" y="2915022"/>
            <a:ext cx="2071819" cy="2071819"/>
          </a:xfrm>
        </p:spPr>
      </p:pic>
      <p:sp>
        <p:nvSpPr>
          <p:cNvPr id="9" name="Ellipse 8">
            <a:extLst>
              <a:ext uri="{FF2B5EF4-FFF2-40B4-BE49-F238E27FC236}">
                <a16:creationId xmlns:a16="http://schemas.microsoft.com/office/drawing/2014/main" id="{7CCEBC4B-D631-8602-D30D-441FA615F1F1}"/>
              </a:ext>
            </a:extLst>
          </p:cNvPr>
          <p:cNvSpPr/>
          <p:nvPr/>
        </p:nvSpPr>
        <p:spPr>
          <a:xfrm rot="20200635">
            <a:off x="1667641" y="3782638"/>
            <a:ext cx="660538" cy="102969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Grafik 10" descr="Ein Bild, das Gelände, Screenshot, Grau, draußen enthält.&#10;&#10;KI-generierte Inhalte können fehlerhaft sein.">
            <a:extLst>
              <a:ext uri="{FF2B5EF4-FFF2-40B4-BE49-F238E27FC236}">
                <a16:creationId xmlns:a16="http://schemas.microsoft.com/office/drawing/2014/main" id="{1E40ADE2-E9E8-7081-4D23-10E7830B5E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4422" y="2234725"/>
            <a:ext cx="3224665" cy="3224665"/>
          </a:xfrm>
          <a:prstGeom prst="rect">
            <a:avLst/>
          </a:prstGeom>
        </p:spPr>
      </p:pic>
      <p:pic>
        <p:nvPicPr>
          <p:cNvPr id="13" name="Grafik 12" descr="Ein Bild, das Screenshot, Natur, Grau, Gelände enthält.&#10;&#10;KI-generierte Inhalte können fehlerhaft sein.">
            <a:extLst>
              <a:ext uri="{FF2B5EF4-FFF2-40B4-BE49-F238E27FC236}">
                <a16:creationId xmlns:a16="http://schemas.microsoft.com/office/drawing/2014/main" id="{87C07819-7A55-F271-462A-84F19ACCD93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1639" y="2234725"/>
            <a:ext cx="3224665" cy="3224665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D8701F32-001E-BA6A-8EEB-6903A08E08ED}"/>
              </a:ext>
            </a:extLst>
          </p:cNvPr>
          <p:cNvSpPr txBox="1"/>
          <p:nvPr/>
        </p:nvSpPr>
        <p:spPr>
          <a:xfrm>
            <a:off x="5941639" y="5055287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100x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EE8E9DF9-CB21-D551-FD83-2E126E2E9C13}"/>
              </a:ext>
            </a:extLst>
          </p:cNvPr>
          <p:cNvSpPr txBox="1"/>
          <p:nvPr/>
        </p:nvSpPr>
        <p:spPr>
          <a:xfrm>
            <a:off x="2684422" y="5055287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50x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579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51E2C-5320-D867-6DE7-73A980360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9BCD70-FCD2-D3AF-FA95-F038C249E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Lichtmikroskopie</a:t>
            </a:r>
            <a:br>
              <a:rPr lang="de-DE" dirty="0"/>
            </a:br>
            <a:r>
              <a:rPr lang="de-DE" sz="2400" dirty="0">
                <a:latin typeface="+mn-lt"/>
              </a:rPr>
              <a:t>Schnittfläche 2</a:t>
            </a:r>
            <a:endParaRPr lang="en-GB" sz="2400" dirty="0">
              <a:latin typeface="+mn-lt"/>
            </a:endParaRP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372FF2D8-84CD-D36A-09CA-E93FF82ED25B}"/>
              </a:ext>
            </a:extLst>
          </p:cNvPr>
          <p:cNvSpPr txBox="1"/>
          <p:nvPr/>
        </p:nvSpPr>
        <p:spPr>
          <a:xfrm>
            <a:off x="9266210" y="2414590"/>
            <a:ext cx="2764260" cy="2600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600" dirty="0"/>
              <a:t>Mehr Inhomogenitäten erkennbar als auf Schnittfläche 1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600" dirty="0"/>
              <a:t>Orientierung erkennbar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600" dirty="0"/>
              <a:t>Klare Phasen sind nicht jedoch nicht eindeutig abzugrenzen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200" dirty="0">
                <a:sym typeface="Wingdings" panose="05000000000000000000" pitchFamily="2" charset="2"/>
              </a:rPr>
              <a:t> Bildoptimierung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de-DE" sz="1200" dirty="0">
                <a:sym typeface="Wingdings" panose="05000000000000000000" pitchFamily="2" charset="2"/>
              </a:rPr>
              <a:t>Beleuchtung optimieren</a:t>
            </a:r>
          </a:p>
        </p:txBody>
      </p:sp>
      <p:pic>
        <p:nvPicPr>
          <p:cNvPr id="8" name="Inhaltsplatzhalter 19" descr="Ein Bild, das Buch, Beige, Screenshot, Buchbindung enthält.&#10;&#10;KI-generierte Inhalte können fehlerhaft sein.">
            <a:extLst>
              <a:ext uri="{FF2B5EF4-FFF2-40B4-BE49-F238E27FC236}">
                <a16:creationId xmlns:a16="http://schemas.microsoft.com/office/drawing/2014/main" id="{8AD7A399-3962-B4B2-EA5A-A08D28D09E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122" y="2915022"/>
            <a:ext cx="2071819" cy="2071819"/>
          </a:xfrm>
        </p:spPr>
      </p:pic>
      <p:sp>
        <p:nvSpPr>
          <p:cNvPr id="9" name="Ellipse 8">
            <a:extLst>
              <a:ext uri="{FF2B5EF4-FFF2-40B4-BE49-F238E27FC236}">
                <a16:creationId xmlns:a16="http://schemas.microsoft.com/office/drawing/2014/main" id="{7ACFFAFC-477B-DDA3-A5DF-9833B182D45F}"/>
              </a:ext>
            </a:extLst>
          </p:cNvPr>
          <p:cNvSpPr/>
          <p:nvPr/>
        </p:nvSpPr>
        <p:spPr>
          <a:xfrm rot="20200635">
            <a:off x="1057925" y="4135072"/>
            <a:ext cx="660538" cy="83824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3C643D10-42E4-5547-ED99-73EFF50C27F8}"/>
              </a:ext>
            </a:extLst>
          </p:cNvPr>
          <p:cNvSpPr txBox="1"/>
          <p:nvPr/>
        </p:nvSpPr>
        <p:spPr>
          <a:xfrm>
            <a:off x="5941639" y="5055287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100x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678C13F5-57B7-055B-14F5-56D8ABEF3582}"/>
              </a:ext>
            </a:extLst>
          </p:cNvPr>
          <p:cNvSpPr txBox="1"/>
          <p:nvPr/>
        </p:nvSpPr>
        <p:spPr>
          <a:xfrm>
            <a:off x="2684422" y="5055287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50x</a:t>
            </a: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4" name="Grafik 3" descr="Ein Bild, das Natur, Raum, Universum, Weltraum enthält.&#10;&#10;KI-generierte Inhalte können fehlerhaft sein.">
            <a:extLst>
              <a:ext uri="{FF2B5EF4-FFF2-40B4-BE49-F238E27FC236}">
                <a16:creationId xmlns:a16="http://schemas.microsoft.com/office/drawing/2014/main" id="{E2144D6E-1F2E-442B-66F5-EDCDAB6E48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8424" y="2376819"/>
            <a:ext cx="3225600" cy="3225600"/>
          </a:xfrm>
          <a:prstGeom prst="rect">
            <a:avLst/>
          </a:prstGeom>
        </p:spPr>
      </p:pic>
      <p:pic>
        <p:nvPicPr>
          <p:cNvPr id="6" name="Grafik 5" descr="Ein Bild, das Gelände, Grau, draußen, Natur enthält.&#10;&#10;KI-generierte Inhalte können fehlerhaft sein.">
            <a:extLst>
              <a:ext uri="{FF2B5EF4-FFF2-40B4-BE49-F238E27FC236}">
                <a16:creationId xmlns:a16="http://schemas.microsoft.com/office/drawing/2014/main" id="{884763F1-490C-5F2B-3D8B-B8333C6DD94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4422" y="2376819"/>
            <a:ext cx="3225600" cy="322560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C3A997D8-59E2-23B1-F6E4-4B03B63DB229}"/>
              </a:ext>
            </a:extLst>
          </p:cNvPr>
          <p:cNvSpPr txBox="1"/>
          <p:nvPr/>
        </p:nvSpPr>
        <p:spPr>
          <a:xfrm>
            <a:off x="6094039" y="5207687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100x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BE2F6E2-8580-2C72-0A89-8F0ED1B3AFB9}"/>
              </a:ext>
            </a:extLst>
          </p:cNvPr>
          <p:cNvSpPr txBox="1"/>
          <p:nvPr/>
        </p:nvSpPr>
        <p:spPr>
          <a:xfrm>
            <a:off x="2836822" y="5207687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50x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7697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9F87B-B083-3026-23EF-1E9F70754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Gelände, draußen, Grau, Natur enthält.&#10;&#10;KI-generierte Inhalte können fehlerhaft sein.">
            <a:extLst>
              <a:ext uri="{FF2B5EF4-FFF2-40B4-BE49-F238E27FC236}">
                <a16:creationId xmlns:a16="http://schemas.microsoft.com/office/drawing/2014/main" id="{AC7B26DB-A93D-69AB-1420-6BF3F722776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1639" y="2270506"/>
            <a:ext cx="3225600" cy="3225600"/>
          </a:xfrm>
          <a:prstGeom prst="rect">
            <a:avLst/>
          </a:prstGeom>
        </p:spPr>
      </p:pic>
      <p:pic>
        <p:nvPicPr>
          <p:cNvPr id="12" name="Grafik 11" descr="Ein Bild, das Gelände, Grau, draußen, Natur enthält.&#10;&#10;KI-generierte Inhalte können fehlerhaft sein.">
            <a:extLst>
              <a:ext uri="{FF2B5EF4-FFF2-40B4-BE49-F238E27FC236}">
                <a16:creationId xmlns:a16="http://schemas.microsoft.com/office/drawing/2014/main" id="{F0FEBD1B-677A-D486-3E02-37F330BA9DA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9839" y="2270506"/>
            <a:ext cx="3225600" cy="32256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978051E-8276-9784-E3BD-C01A721DA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Lichtmikroskopie</a:t>
            </a:r>
            <a:br>
              <a:rPr lang="de-DE" dirty="0"/>
            </a:br>
            <a:r>
              <a:rPr lang="de-DE" sz="2400" dirty="0">
                <a:latin typeface="+mn-lt"/>
              </a:rPr>
              <a:t>Schnittfläche 3</a:t>
            </a:r>
            <a:endParaRPr lang="en-GB" sz="2400" dirty="0">
              <a:latin typeface="+mn-lt"/>
            </a:endParaRP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C50EC53B-2FA0-62A3-6A24-38821F6F5761}"/>
              </a:ext>
            </a:extLst>
          </p:cNvPr>
          <p:cNvSpPr txBox="1"/>
          <p:nvPr/>
        </p:nvSpPr>
        <p:spPr>
          <a:xfrm>
            <a:off x="9266210" y="2414590"/>
            <a:ext cx="2764260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600" dirty="0"/>
              <a:t>Vergleichbar mit Schnittfläche 2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600" dirty="0"/>
              <a:t>Orientierung erkennbar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600" dirty="0"/>
              <a:t>Phasengrenzen besser sichtbar als bei Schnittfläche 1 &amp; 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200" dirty="0">
                <a:sym typeface="Wingdings" panose="05000000000000000000" pitchFamily="2" charset="2"/>
              </a:rPr>
              <a:t> Bildoptimierung (Rauschen unterdrücken)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de-DE" sz="1200" dirty="0">
                <a:sym typeface="Wingdings" panose="05000000000000000000" pitchFamily="2" charset="2"/>
              </a:rPr>
              <a:t>Schnittfläche parallel ausrichten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de-DE" sz="1200" dirty="0">
                <a:sym typeface="Wingdings" panose="05000000000000000000" pitchFamily="2" charset="2"/>
              </a:rPr>
              <a:t>Schrittweite bei EFI (</a:t>
            </a:r>
            <a:r>
              <a:rPr lang="de-DE" sz="1200" dirty="0" err="1">
                <a:sym typeface="Wingdings" panose="05000000000000000000" pitchFamily="2" charset="2"/>
              </a:rPr>
              <a:t>extended</a:t>
            </a:r>
            <a:r>
              <a:rPr lang="de-DE" sz="1200" dirty="0">
                <a:sym typeface="Wingdings" panose="05000000000000000000" pitchFamily="2" charset="2"/>
              </a:rPr>
              <a:t> </a:t>
            </a:r>
            <a:r>
              <a:rPr lang="de-DE" sz="1200" dirty="0" err="1">
                <a:sym typeface="Wingdings" panose="05000000000000000000" pitchFamily="2" charset="2"/>
              </a:rPr>
              <a:t>focal</a:t>
            </a:r>
            <a:r>
              <a:rPr lang="de-DE" sz="1200" dirty="0">
                <a:sym typeface="Wingdings" panose="05000000000000000000" pitchFamily="2" charset="2"/>
              </a:rPr>
              <a:t> </a:t>
            </a:r>
            <a:r>
              <a:rPr lang="de-DE" sz="1200" dirty="0" err="1">
                <a:sym typeface="Wingdings" panose="05000000000000000000" pitchFamily="2" charset="2"/>
              </a:rPr>
              <a:t>imaging</a:t>
            </a:r>
            <a:r>
              <a:rPr lang="de-DE" sz="1200" dirty="0">
                <a:sym typeface="Wingdings" panose="05000000000000000000" pitchFamily="2" charset="2"/>
              </a:rPr>
              <a:t>) feiner einstellen</a:t>
            </a:r>
            <a:endParaRPr lang="en-GB" sz="1200" dirty="0"/>
          </a:p>
        </p:txBody>
      </p:sp>
      <p:pic>
        <p:nvPicPr>
          <p:cNvPr id="8" name="Inhaltsplatzhalter 19" descr="Ein Bild, das Buch, Beige, Screenshot, Buchbindung enthält.&#10;&#10;KI-generierte Inhalte können fehlerhaft sein.">
            <a:extLst>
              <a:ext uri="{FF2B5EF4-FFF2-40B4-BE49-F238E27FC236}">
                <a16:creationId xmlns:a16="http://schemas.microsoft.com/office/drawing/2014/main" id="{F43BD2DC-9352-1014-5809-70F3986231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122" y="2915022"/>
            <a:ext cx="2071819" cy="2071819"/>
          </a:xfrm>
        </p:spPr>
      </p:pic>
      <p:sp>
        <p:nvSpPr>
          <p:cNvPr id="9" name="Ellipse 8">
            <a:extLst>
              <a:ext uri="{FF2B5EF4-FFF2-40B4-BE49-F238E27FC236}">
                <a16:creationId xmlns:a16="http://schemas.microsoft.com/office/drawing/2014/main" id="{E73B1127-319A-0708-C055-90A8D3DFEE9F}"/>
              </a:ext>
            </a:extLst>
          </p:cNvPr>
          <p:cNvSpPr/>
          <p:nvPr/>
        </p:nvSpPr>
        <p:spPr>
          <a:xfrm rot="20200635">
            <a:off x="2171776" y="3489608"/>
            <a:ext cx="331035" cy="53918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7452EFDC-1449-F1F0-A9BC-C3DD2A0EF96C}"/>
              </a:ext>
            </a:extLst>
          </p:cNvPr>
          <p:cNvSpPr txBox="1"/>
          <p:nvPr/>
        </p:nvSpPr>
        <p:spPr>
          <a:xfrm>
            <a:off x="5941639" y="5055287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100x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34EBF1E-C3B9-3EE0-0CD1-9A7AAE05E4BE}"/>
              </a:ext>
            </a:extLst>
          </p:cNvPr>
          <p:cNvSpPr txBox="1"/>
          <p:nvPr/>
        </p:nvSpPr>
        <p:spPr>
          <a:xfrm>
            <a:off x="2684422" y="5055287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50x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8486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19683F-E5FA-55C8-42FB-A43BAAE35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Fazit</a:t>
            </a:r>
            <a:endParaRPr lang="en-GB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939F504-7A4A-A0C2-B18C-7F02B73D2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067" y="1621584"/>
            <a:ext cx="11785599" cy="4516749"/>
          </a:xfrm>
        </p:spPr>
        <p:txBody>
          <a:bodyPr/>
          <a:lstStyle/>
          <a:p>
            <a:r>
              <a:rPr lang="de-DE" dirty="0"/>
              <a:t>Schnitt mit Glasmesser deutlich besser als bisherige Probenpräparation (</a:t>
            </a:r>
            <a:r>
              <a:rPr lang="de-DE" dirty="0" err="1"/>
              <a:t>Microtomschnitt</a:t>
            </a:r>
            <a:r>
              <a:rPr lang="de-DE" dirty="0"/>
              <a:t> mit Glasmesser, Schleifen der Probe)</a:t>
            </a:r>
          </a:p>
          <a:p>
            <a:r>
              <a:rPr lang="de-DE" dirty="0"/>
              <a:t>Unterschiedliches Erscheinungsbild je nach Schnittrichtung (Aufpassen beim Probenvergleich!)</a:t>
            </a:r>
          </a:p>
          <a:p>
            <a:r>
              <a:rPr lang="de-DE" dirty="0"/>
              <a:t>Bestes Bild: Schnittfläche 2 (100x)</a:t>
            </a:r>
          </a:p>
          <a:p>
            <a:r>
              <a:rPr lang="de-DE" dirty="0"/>
              <a:t>Phasenabgrenzung schwierig (Bisherige Mikroskopie zeigte keine so starke Orientierung)</a:t>
            </a:r>
          </a:p>
          <a:p>
            <a:r>
              <a:rPr lang="de-DE" dirty="0"/>
              <a:t>Mögliche nächste Schritte</a:t>
            </a:r>
          </a:p>
          <a:p>
            <a:pPr lvl="2"/>
            <a:r>
              <a:rPr lang="de-DE" dirty="0"/>
              <a:t>Weitere Probe mit 50:50 Formulierung bei IPS herstellen </a:t>
            </a:r>
            <a:r>
              <a:rPr lang="de-DE" dirty="0">
                <a:sym typeface="Wingdings" panose="05000000000000000000" pitchFamily="2" charset="2"/>
              </a:rPr>
              <a:t> Phasenverteilung korreliert mit Mischungsverhältnis?</a:t>
            </a:r>
            <a:endParaRPr lang="de-DE" dirty="0"/>
          </a:p>
          <a:p>
            <a:pPr lvl="2"/>
            <a:r>
              <a:rPr lang="de-DE" dirty="0"/>
              <a:t>Vergleich mit Schnitt quer zur Fließrichtung (IPS) (PP:PS=75:25)</a:t>
            </a:r>
            <a:r>
              <a:rPr lang="de-DE" dirty="0">
                <a:sym typeface="Wingdings" panose="05000000000000000000" pitchFamily="2" charset="2"/>
              </a:rPr>
              <a:t> sind hier auch diese Orientierungen so stark ausgeprägt, kommt dies eventuell vom Schnitt und nicht von der Phasenbildung in Fließrichtung</a:t>
            </a:r>
          </a:p>
          <a:p>
            <a:pPr lvl="2"/>
            <a:r>
              <a:rPr lang="de-DE" dirty="0">
                <a:sym typeface="Wingdings" panose="05000000000000000000" pitchFamily="2" charset="2"/>
              </a:rPr>
              <a:t>Phasentrennung quer zur Fließrichtung vermutlich einfacher darstellbar  Notwendigkeit der Bilder in Fließrichtung?</a:t>
            </a:r>
          </a:p>
          <a:p>
            <a:pPr lvl="2"/>
            <a:endParaRPr lang="en-GB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0B061F3-5DA1-8A7F-8451-3503CED935C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6080625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">
  <a:themeElements>
    <a:clrScheme name="JKU">
      <a:dk1>
        <a:srgbClr val="000000"/>
      </a:dk1>
      <a:lt1>
        <a:sysClr val="window" lastClr="FFFFFF"/>
      </a:lt1>
      <a:dk2>
        <a:srgbClr val="9C477B"/>
      </a:dk2>
      <a:lt2>
        <a:srgbClr val="BBD032"/>
      </a:lt2>
      <a:accent1>
        <a:srgbClr val="808288"/>
      </a:accent1>
      <a:accent2>
        <a:srgbClr val="046E98"/>
      </a:accent2>
      <a:accent3>
        <a:srgbClr val="5CCFCB"/>
      </a:accent3>
      <a:accent4>
        <a:srgbClr val="4CAC4E"/>
      </a:accent4>
      <a:accent5>
        <a:srgbClr val="E73729"/>
      </a:accent5>
      <a:accent6>
        <a:srgbClr val="FBBA00"/>
      </a:accent6>
      <a:hlink>
        <a:srgbClr val="0563C1"/>
      </a:hlink>
      <a:folHlink>
        <a:srgbClr val="954F72"/>
      </a:folHlink>
    </a:clrScheme>
    <a:fontScheme name="JKU 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3BCBBF9B-A49F-4ED0-8B1F-AA26A5F66112}" vid="{ABEB0052-CF9F-48F2-940F-6549C563AF03}"/>
    </a:ext>
  </a:extLst>
</a:theme>
</file>

<file path=ppt/theme/theme2.xml><?xml version="1.0" encoding="utf-8"?>
<a:theme xmlns:a="http://schemas.openxmlformats.org/drawingml/2006/main" name="Office Theme">
  <a:themeElements>
    <a:clrScheme name="JKU">
      <a:dk1>
        <a:srgbClr val="000000"/>
      </a:dk1>
      <a:lt1>
        <a:sysClr val="window" lastClr="FFFFFF"/>
      </a:lt1>
      <a:dk2>
        <a:srgbClr val="8A386C"/>
      </a:dk2>
      <a:lt2>
        <a:srgbClr val="AECB30"/>
      </a:lt2>
      <a:accent1>
        <a:srgbClr val="59636C"/>
      </a:accent1>
      <a:accent2>
        <a:srgbClr val="0081BE"/>
      </a:accent2>
      <a:accent3>
        <a:srgbClr val="72D2E8"/>
      </a:accent3>
      <a:accent4>
        <a:srgbClr val="47B44E"/>
      </a:accent4>
      <a:accent5>
        <a:srgbClr val="E74824"/>
      </a:accent5>
      <a:accent6>
        <a:srgbClr val="F9A900"/>
      </a:accent6>
      <a:hlink>
        <a:srgbClr val="0563C1"/>
      </a:hlink>
      <a:folHlink>
        <a:srgbClr val="954F72"/>
      </a:folHlink>
    </a:clrScheme>
    <a:fontScheme name="JKU 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JKU">
      <a:dk1>
        <a:srgbClr val="000000"/>
      </a:dk1>
      <a:lt1>
        <a:sysClr val="window" lastClr="FFFFFF"/>
      </a:lt1>
      <a:dk2>
        <a:srgbClr val="8A386C"/>
      </a:dk2>
      <a:lt2>
        <a:srgbClr val="AECB30"/>
      </a:lt2>
      <a:accent1>
        <a:srgbClr val="59636C"/>
      </a:accent1>
      <a:accent2>
        <a:srgbClr val="0081BE"/>
      </a:accent2>
      <a:accent3>
        <a:srgbClr val="72D2E8"/>
      </a:accent3>
      <a:accent4>
        <a:srgbClr val="47B44E"/>
      </a:accent4>
      <a:accent5>
        <a:srgbClr val="E74824"/>
      </a:accent5>
      <a:accent6>
        <a:srgbClr val="F9A900"/>
      </a:accent6>
      <a:hlink>
        <a:srgbClr val="0563C1"/>
      </a:hlink>
      <a:folHlink>
        <a:srgbClr val="954F72"/>
      </a:folHlink>
    </a:clrScheme>
    <a:fontScheme name="JKU 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267</Words>
  <Application>Microsoft Office PowerPoint</Application>
  <PresentationFormat>Breitbild</PresentationFormat>
  <Paragraphs>52</Paragraphs>
  <Slides>7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Wingdings</vt:lpstr>
      <vt:lpstr>Wingdings 2</vt:lpstr>
      <vt:lpstr>3_Office</vt:lpstr>
      <vt:lpstr> PP/PS-Blends Mikroskopie nach Mikrotomschnitt mit Glasmesser </vt:lpstr>
      <vt:lpstr>Expermentelles</vt:lpstr>
      <vt:lpstr>Lichtmikroskopie </vt:lpstr>
      <vt:lpstr>Lichtmikroskopie Schnittfläche 1 </vt:lpstr>
      <vt:lpstr>Lichtmikroskopie Schnittfläche 2</vt:lpstr>
      <vt:lpstr>Lichtmikroskopie Schnittfläche 3</vt:lpstr>
      <vt:lpstr>Fazit</vt:lpstr>
    </vt:vector>
  </TitlesOfParts>
  <Company>JKU - IPMT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RWL;JF</dc:creator>
  <cp:lastModifiedBy>Laura Hader-Kregl</cp:lastModifiedBy>
  <cp:revision>878</cp:revision>
  <cp:lastPrinted>2021-09-17T16:47:58Z</cp:lastPrinted>
  <dcterms:created xsi:type="dcterms:W3CDTF">2020-09-29T07:34:11Z</dcterms:created>
  <dcterms:modified xsi:type="dcterms:W3CDTF">2025-11-27T09:05:00Z</dcterms:modified>
</cp:coreProperties>
</file>