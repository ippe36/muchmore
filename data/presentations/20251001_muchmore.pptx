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767" r:id="rId2"/>
    <p:sldId id="768" r:id="rId3"/>
    <p:sldId id="771" r:id="rId4"/>
    <p:sldId id="769" r:id="rId5"/>
    <p:sldId id="77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2" autoAdjust="0"/>
    <p:restoredTop sz="94660"/>
  </p:normalViewPr>
  <p:slideViewPr>
    <p:cSldViewPr snapToGrid="0">
      <p:cViewPr varScale="1">
        <p:scale>
          <a:sx n="87" d="100"/>
          <a:sy n="87" d="100"/>
        </p:scale>
        <p:origin x="2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DFD694E-193E-4684-9620-64B3A50EF9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970" y="1526458"/>
            <a:ext cx="7207763" cy="509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817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colo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7096"/>
            <a:ext cx="7118139" cy="503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257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End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6000" y="5410800"/>
            <a:ext cx="9216000" cy="7308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details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200" y="1306800"/>
            <a:ext cx="9226800" cy="2008800"/>
          </a:xfrm>
        </p:spPr>
        <p:txBody>
          <a:bodyPr anchor="b" anchorCtr="0"/>
          <a:lstStyle>
            <a:lvl1pPr>
              <a:defRPr sz="4500"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br>
              <a:rPr lang="de-DE" dirty="0"/>
            </a:br>
            <a:r>
              <a:rPr lang="de-DE" dirty="0" err="1"/>
              <a:t>the</a:t>
            </a:r>
            <a:r>
              <a:rPr lang="de-DE" dirty="0"/>
              <a:t> title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5600" y="5500800"/>
            <a:ext cx="1396800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tx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tx1"/>
                </a:solidFill>
                <a:latin typeface="+mj-lt"/>
              </a:rPr>
              <a:t> KEPLER UNIVERSITY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4040 Linz, Austria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Space for a partner’s logo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Space for a partner’s logo</a:t>
            </a:r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152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End with logo colo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6000" y="5410800"/>
            <a:ext cx="9216000" cy="7308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details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200" y="1306800"/>
            <a:ext cx="9226800" cy="2008800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br>
              <a:rPr lang="de-DE" dirty="0"/>
            </a:br>
            <a:r>
              <a:rPr lang="de-DE" dirty="0" err="1"/>
              <a:t>the</a:t>
            </a:r>
            <a:r>
              <a:rPr lang="de-DE" dirty="0"/>
              <a:t> title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5600" y="5500800"/>
            <a:ext cx="1396800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UNIVERSITY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Austria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Space for a partner’s logo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Space for a partner’s logo</a:t>
            </a:r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8400" y="566258"/>
            <a:ext cx="1932066" cy="136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823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999" y="5410800"/>
            <a:ext cx="11113227" cy="7308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details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200" y="1306800"/>
            <a:ext cx="11126250" cy="2008800"/>
          </a:xfrm>
        </p:spPr>
        <p:txBody>
          <a:bodyPr anchor="b" anchorCtr="0"/>
          <a:lstStyle>
            <a:lvl1pPr>
              <a:defRPr sz="4500"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br>
              <a:rPr lang="de-DE" dirty="0"/>
            </a:br>
            <a:r>
              <a:rPr lang="de-DE" dirty="0" err="1"/>
              <a:t>the</a:t>
            </a:r>
            <a:r>
              <a:rPr lang="de-DE" dirty="0"/>
              <a:t> title</a:t>
            </a:r>
            <a:endParaRPr lang="de-AT" dirty="0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319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out logo colo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6000" y="5410800"/>
            <a:ext cx="11115450" cy="7308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details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200" y="1306800"/>
            <a:ext cx="11128476" cy="2008800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br>
              <a:rPr lang="de-DE" dirty="0"/>
            </a:br>
            <a:r>
              <a:rPr lang="de-DE" dirty="0" err="1"/>
              <a:t>the</a:t>
            </a:r>
            <a:r>
              <a:rPr lang="de-DE" dirty="0"/>
              <a:t> title</a:t>
            </a:r>
            <a:endParaRPr lang="de-AT" dirty="0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55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operation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In </a:t>
            </a:r>
            <a:r>
              <a:rPr lang="de-DE" dirty="0" err="1"/>
              <a:t>cooperation</a:t>
            </a:r>
            <a:r>
              <a:rPr lang="de-DE" dirty="0"/>
              <a:t> </a:t>
            </a:r>
            <a:r>
              <a:rPr lang="de-DE" dirty="0" err="1"/>
              <a:t>with</a:t>
            </a:r>
            <a:endParaRPr lang="de-DE" dirty="0"/>
          </a:p>
        </p:txBody>
      </p:sp>
      <p:sp>
        <p:nvSpPr>
          <p:cNvPr id="18" name="Bildplatzhalter 6"/>
          <p:cNvSpPr>
            <a:spLocks noGrp="1"/>
          </p:cNvSpPr>
          <p:nvPr>
            <p:ph type="pic" sz="quarter" idx="13" hasCustomPrompt="1"/>
          </p:nvPr>
        </p:nvSpPr>
        <p:spPr>
          <a:xfrm>
            <a:off x="8241458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en-US" dirty="0"/>
              <a:t>Space for a partner’s logo</a:t>
            </a:r>
          </a:p>
          <a:p>
            <a:endParaRPr lang="en-US" dirty="0"/>
          </a:p>
        </p:txBody>
      </p:sp>
      <p:sp>
        <p:nvSpPr>
          <p:cNvPr id="19" name="Bildplatzhalter 6"/>
          <p:cNvSpPr>
            <a:spLocks noGrp="1"/>
          </p:cNvSpPr>
          <p:nvPr>
            <p:ph type="pic" sz="quarter" idx="16" hasCustomPrompt="1"/>
          </p:nvPr>
        </p:nvSpPr>
        <p:spPr>
          <a:xfrm>
            <a:off x="574656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en-US" dirty="0"/>
              <a:t>Space for a partner’s logo</a:t>
            </a:r>
          </a:p>
          <a:p>
            <a:endParaRPr lang="en-US" dirty="0"/>
          </a:p>
        </p:txBody>
      </p:sp>
      <p:sp>
        <p:nvSpPr>
          <p:cNvPr id="20" name="Bildplatzhalter 6"/>
          <p:cNvSpPr>
            <a:spLocks noGrp="1"/>
          </p:cNvSpPr>
          <p:nvPr>
            <p:ph type="pic" sz="quarter" idx="17" hasCustomPrompt="1"/>
          </p:nvPr>
        </p:nvSpPr>
        <p:spPr>
          <a:xfrm>
            <a:off x="4407277" y="1720152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en-US" dirty="0"/>
              <a:t>Space for a partner’s logo</a:t>
            </a:r>
          </a:p>
          <a:p>
            <a:endParaRPr lang="en-US" dirty="0"/>
          </a:p>
        </p:txBody>
      </p:sp>
      <p:sp>
        <p:nvSpPr>
          <p:cNvPr id="21" name="Bildplatzhalter 6"/>
          <p:cNvSpPr>
            <a:spLocks noGrp="1"/>
          </p:cNvSpPr>
          <p:nvPr>
            <p:ph type="pic" sz="quarter" idx="26" hasCustomPrompt="1"/>
          </p:nvPr>
        </p:nvSpPr>
        <p:spPr>
          <a:xfrm>
            <a:off x="8241458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en-US" dirty="0"/>
              <a:t>Space for a partner’s logo</a:t>
            </a:r>
          </a:p>
          <a:p>
            <a:endParaRPr lang="en-US" dirty="0"/>
          </a:p>
        </p:txBody>
      </p:sp>
      <p:sp>
        <p:nvSpPr>
          <p:cNvPr id="22" name="Bildplatzhalter 6"/>
          <p:cNvSpPr>
            <a:spLocks noGrp="1"/>
          </p:cNvSpPr>
          <p:nvPr>
            <p:ph type="pic" sz="quarter" idx="27" hasCustomPrompt="1"/>
          </p:nvPr>
        </p:nvSpPr>
        <p:spPr>
          <a:xfrm>
            <a:off x="574656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en-US" dirty="0"/>
              <a:t>Space for a partner’s logo</a:t>
            </a:r>
          </a:p>
          <a:p>
            <a:endParaRPr lang="en-US" dirty="0"/>
          </a:p>
        </p:txBody>
      </p:sp>
      <p:sp>
        <p:nvSpPr>
          <p:cNvPr id="23" name="Bildplatzhalter 6"/>
          <p:cNvSpPr>
            <a:spLocks noGrp="1"/>
          </p:cNvSpPr>
          <p:nvPr>
            <p:ph type="pic" sz="quarter" idx="28" hasCustomPrompt="1"/>
          </p:nvPr>
        </p:nvSpPr>
        <p:spPr>
          <a:xfrm>
            <a:off x="4407277" y="329029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en-US" dirty="0"/>
              <a:t>Space for a partner’s logo</a:t>
            </a:r>
          </a:p>
          <a:p>
            <a:endParaRPr lang="en-US" dirty="0"/>
          </a:p>
        </p:txBody>
      </p:sp>
      <p:sp>
        <p:nvSpPr>
          <p:cNvPr id="24" name="Bildplatzhalter 6"/>
          <p:cNvSpPr>
            <a:spLocks noGrp="1"/>
          </p:cNvSpPr>
          <p:nvPr>
            <p:ph type="pic" sz="quarter" idx="29" hasCustomPrompt="1"/>
          </p:nvPr>
        </p:nvSpPr>
        <p:spPr>
          <a:xfrm>
            <a:off x="8246376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en-US" dirty="0"/>
              <a:t>Space for a partner’s logo</a:t>
            </a:r>
          </a:p>
          <a:p>
            <a:endParaRPr lang="en-US" dirty="0"/>
          </a:p>
        </p:txBody>
      </p:sp>
      <p:sp>
        <p:nvSpPr>
          <p:cNvPr id="25" name="Bildplatzhalter 6"/>
          <p:cNvSpPr>
            <a:spLocks noGrp="1"/>
          </p:cNvSpPr>
          <p:nvPr>
            <p:ph type="pic" sz="quarter" idx="30" hasCustomPrompt="1"/>
          </p:nvPr>
        </p:nvSpPr>
        <p:spPr>
          <a:xfrm>
            <a:off x="579574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en-US" dirty="0"/>
              <a:t>Space for a partner’s logo</a:t>
            </a:r>
          </a:p>
          <a:p>
            <a:endParaRPr lang="en-US" dirty="0"/>
          </a:p>
        </p:txBody>
      </p:sp>
      <p:sp>
        <p:nvSpPr>
          <p:cNvPr id="26" name="Bildplatzhalter 6"/>
          <p:cNvSpPr>
            <a:spLocks noGrp="1"/>
          </p:cNvSpPr>
          <p:nvPr>
            <p:ph type="pic" sz="quarter" idx="31" hasCustomPrompt="1"/>
          </p:nvPr>
        </p:nvSpPr>
        <p:spPr>
          <a:xfrm>
            <a:off x="4412195" y="486645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en-US" dirty="0"/>
              <a:t>Space for a partner’s logo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493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>
          <p15:clr>
            <a:srgbClr val="FBAE40"/>
          </p15:clr>
        </p15:guide>
        <p15:guide id="2" pos="5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3093" y="636613"/>
            <a:ext cx="10845364" cy="5499267"/>
          </a:xfrm>
        </p:spPr>
        <p:txBody>
          <a:bodyPr/>
          <a:lstStyle>
            <a:lvl1pPr marL="0" indent="0">
              <a:lnSpc>
                <a:spcPct val="105000"/>
              </a:lnSpc>
              <a:spcBef>
                <a:spcPts val="1600"/>
              </a:spcBef>
              <a:buFont typeface="Arial" panose="020B0604020202020204" pitchFamily="34" charset="0"/>
              <a:buNone/>
              <a:defRPr sz="1700" baseline="0">
                <a:latin typeface="+mj-lt"/>
              </a:defRPr>
            </a:lvl1pPr>
            <a:lvl2pPr marL="216000" indent="-216000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/>
            </a:lvl2pPr>
          </a:lstStyle>
          <a:p>
            <a:pPr lvl="0"/>
            <a:r>
              <a:rPr lang="de-DE" dirty="0"/>
              <a:t>Chapter 1</a:t>
            </a:r>
          </a:p>
          <a:p>
            <a:pPr lvl="1"/>
            <a:r>
              <a:rPr lang="de-DE" dirty="0"/>
              <a:t>Chapter 1</a:t>
            </a:r>
          </a:p>
          <a:p>
            <a:pPr lvl="1"/>
            <a:r>
              <a:rPr lang="de-DE" dirty="0"/>
              <a:t>Chapter 2</a:t>
            </a:r>
          </a:p>
          <a:p>
            <a:pPr lvl="0"/>
            <a:r>
              <a:rPr lang="de-DE" dirty="0"/>
              <a:t>Chapter 2</a:t>
            </a:r>
          </a:p>
          <a:p>
            <a:pPr lvl="1"/>
            <a:r>
              <a:rPr lang="de-DE" dirty="0"/>
              <a:t>Chapter 1</a:t>
            </a:r>
          </a:p>
          <a:p>
            <a:pPr lvl="1"/>
            <a:r>
              <a:rPr lang="de-DE" dirty="0"/>
              <a:t>Chapter 2</a:t>
            </a:r>
          </a:p>
          <a:p>
            <a:pPr lvl="0"/>
            <a:r>
              <a:rPr lang="de-DE" dirty="0"/>
              <a:t>Chapter 3</a:t>
            </a:r>
          </a:p>
          <a:p>
            <a:pPr lvl="1"/>
            <a:r>
              <a:rPr lang="de-DE" dirty="0"/>
              <a:t>Chapter 1</a:t>
            </a:r>
          </a:p>
          <a:p>
            <a:pPr lvl="1"/>
            <a:r>
              <a:rPr lang="de-DE" dirty="0"/>
              <a:t>Chapter 2</a:t>
            </a:r>
          </a:p>
          <a:p>
            <a:pPr lvl="0"/>
            <a:r>
              <a:rPr lang="de-DE" dirty="0"/>
              <a:t>Chapter 4</a:t>
            </a:r>
          </a:p>
          <a:p>
            <a:pPr lvl="1"/>
            <a:r>
              <a:rPr lang="de-DE" dirty="0"/>
              <a:t>Chapter 1</a:t>
            </a:r>
          </a:p>
          <a:p>
            <a:pPr lvl="1"/>
            <a:r>
              <a:rPr lang="de-DE" dirty="0"/>
              <a:t>Chapter 2</a:t>
            </a:r>
          </a:p>
          <a:p>
            <a:pPr lvl="0"/>
            <a:r>
              <a:rPr lang="de-DE" dirty="0"/>
              <a:t>Chapter 5</a:t>
            </a:r>
          </a:p>
          <a:p>
            <a:pPr lvl="1"/>
            <a:r>
              <a:rPr lang="de-DE" dirty="0"/>
              <a:t>Chapter 1</a:t>
            </a:r>
          </a:p>
          <a:p>
            <a:pPr lvl="1"/>
            <a:r>
              <a:rPr lang="de-DE" dirty="0"/>
              <a:t>Chapter 2</a:t>
            </a:r>
          </a:p>
          <a:p>
            <a:pPr lvl="1"/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369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6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your</a:t>
            </a:r>
            <a:r>
              <a:rPr lang="de-DE" dirty="0"/>
              <a:t> title </a:t>
            </a:r>
            <a:r>
              <a:rPr lang="de-DE" dirty="0" err="1"/>
              <a:t>and</a:t>
            </a:r>
            <a:r>
              <a:rPr lang="de-DE" dirty="0"/>
              <a:t> a large </a:t>
            </a:r>
            <a:r>
              <a:rPr lang="de-DE" dirty="0" err="1"/>
              <a:t>image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054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,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6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tabLst>
                <a:tab pos="2146300" algn="l"/>
              </a:tabLst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space</a:t>
            </a:r>
            <a:r>
              <a:rPr lang="de-DE" dirty="0"/>
              <a:t> </a:t>
            </a:r>
            <a:r>
              <a:rPr lang="de-DE" dirty="0" err="1"/>
              <a:t>for</a:t>
            </a:r>
            <a:br>
              <a:rPr lang="de-DE" dirty="0"/>
            </a:br>
            <a:r>
              <a:rPr lang="de-DE" dirty="0" err="1"/>
              <a:t>your</a:t>
            </a:r>
            <a:r>
              <a:rPr lang="de-DE" dirty="0"/>
              <a:t> title </a:t>
            </a:r>
            <a:r>
              <a:rPr lang="de-DE" dirty="0" err="1"/>
              <a:t>and</a:t>
            </a:r>
            <a:r>
              <a:rPr lang="de-DE" dirty="0"/>
              <a:t> a large </a:t>
            </a:r>
            <a:r>
              <a:rPr lang="de-DE" dirty="0" err="1"/>
              <a:t>image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497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your</a:t>
            </a:r>
            <a:r>
              <a:rPr lang="de-DE" dirty="0"/>
              <a:t> title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1600" y="1621584"/>
            <a:ext cx="11138400" cy="451674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Level 2</a:t>
            </a:r>
          </a:p>
          <a:p>
            <a:pPr lvl="2"/>
            <a:r>
              <a:rPr lang="de-DE" dirty="0"/>
              <a:t>Level 3</a:t>
            </a:r>
          </a:p>
          <a:p>
            <a:pPr lvl="3"/>
            <a:r>
              <a:rPr lang="de-DE" dirty="0"/>
              <a:t>Level 4</a:t>
            </a:r>
          </a:p>
          <a:p>
            <a:pPr lvl="4"/>
            <a:r>
              <a:rPr lang="de-DE" dirty="0"/>
              <a:t>Level 5</a:t>
            </a:r>
            <a:endParaRPr lang="en-US" dirty="0"/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471600" y="5858820"/>
            <a:ext cx="11138400" cy="278127"/>
          </a:xfr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108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and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title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contrast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8800" y="1641600"/>
            <a:ext cx="5400000" cy="45144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 baseline="0"/>
            </a:lvl4pPr>
            <a:lvl5pPr algn="l">
              <a:defRPr baseline="0"/>
            </a:lvl5pPr>
          </a:lstStyle>
          <a:p>
            <a:pPr lvl="0"/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Level 2</a:t>
            </a:r>
          </a:p>
          <a:p>
            <a:pPr lvl="2"/>
            <a:r>
              <a:rPr lang="de-DE" dirty="0"/>
              <a:t>Level 3</a:t>
            </a:r>
          </a:p>
          <a:p>
            <a:pPr lvl="3"/>
            <a:r>
              <a:rPr lang="de-DE" dirty="0"/>
              <a:t>Level 4</a:t>
            </a:r>
          </a:p>
          <a:p>
            <a:pPr lvl="4"/>
            <a:r>
              <a:rPr lang="de-DE" dirty="0"/>
              <a:t>Level 5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13600" y="1638000"/>
            <a:ext cx="5400000" cy="4514400"/>
          </a:xfrm>
        </p:spPr>
        <p:txBody>
          <a:bodyPr/>
          <a:lstStyle/>
          <a:p>
            <a:pPr lvl="0"/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Level 2</a:t>
            </a:r>
          </a:p>
          <a:p>
            <a:pPr lvl="2"/>
            <a:r>
              <a:rPr lang="de-DE" dirty="0"/>
              <a:t>Level 3</a:t>
            </a:r>
          </a:p>
          <a:p>
            <a:pPr lvl="3"/>
            <a:r>
              <a:rPr lang="de-DE" dirty="0"/>
              <a:t>Level 4</a:t>
            </a:r>
          </a:p>
          <a:p>
            <a:pPr lvl="4"/>
            <a:r>
              <a:rPr lang="de-DE" dirty="0"/>
              <a:t>Level 5</a:t>
            </a:r>
            <a:endParaRPr lang="en-US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744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136000" y="1638000"/>
            <a:ext cx="3474000" cy="4510800"/>
          </a:xfrm>
        </p:spPr>
        <p:txBody>
          <a:bodyPr/>
          <a:lstStyle/>
          <a:p>
            <a:pPr lvl="0"/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Level 2</a:t>
            </a:r>
          </a:p>
          <a:p>
            <a:pPr lvl="2"/>
            <a:r>
              <a:rPr lang="de-DE" dirty="0"/>
              <a:t>Level 3</a:t>
            </a:r>
          </a:p>
          <a:p>
            <a:pPr lvl="3"/>
            <a:r>
              <a:rPr lang="de-DE" dirty="0"/>
              <a:t>Level 4</a:t>
            </a:r>
          </a:p>
          <a:p>
            <a:pPr lvl="4"/>
            <a:r>
              <a:rPr lang="de-DE" dirty="0"/>
              <a:t>Level 5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6000" y="1721513"/>
            <a:ext cx="7214400" cy="44172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6000" y="5864981"/>
            <a:ext cx="7214400" cy="274118"/>
          </a:xfr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Source: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title,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AT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340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ul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2070000" y="1724299"/>
            <a:ext cx="8074800" cy="44172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048400" y="5863959"/>
            <a:ext cx="8096400" cy="278127"/>
          </a:xfr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 baseline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Source: 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your</a:t>
            </a:r>
            <a:r>
              <a:rPr lang="de-DE" dirty="0"/>
              <a:t> title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formulas</a:t>
            </a:r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8382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br>
              <a:rPr lang="de-DE" dirty="0"/>
            </a:br>
            <a:r>
              <a:rPr lang="de-DE" dirty="0" err="1"/>
              <a:t>your</a:t>
            </a:r>
            <a:r>
              <a:rPr lang="de-DE" dirty="0"/>
              <a:t> title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video</a:t>
            </a:r>
            <a:endParaRPr lang="de-AT" dirty="0"/>
          </a:p>
        </p:txBody>
      </p:sp>
      <p:sp>
        <p:nvSpPr>
          <p:cNvPr id="7" name="Medienplatzhalter 6"/>
          <p:cNvSpPr>
            <a:spLocks noGrp="1"/>
          </p:cNvSpPr>
          <p:nvPr>
            <p:ph type="media" sz="quarter" idx="13"/>
          </p:nvPr>
        </p:nvSpPr>
        <p:spPr>
          <a:xfrm>
            <a:off x="576000" y="1724302"/>
            <a:ext cx="11034000" cy="4417200"/>
          </a:xfrm>
        </p:spPr>
        <p:txBody>
          <a:bodyPr/>
          <a:lstStyle/>
          <a:p>
            <a:r>
              <a:rPr lang="de-DE"/>
              <a:t>Mediaclip durch Klicken auf Symbol hinzufügen</a:t>
            </a:r>
            <a:endParaRPr lang="de-AT" dirty="0"/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6000" y="5864400"/>
            <a:ext cx="11034000" cy="278127"/>
          </a:xfr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Source: 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154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maller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title, 3 </a:t>
            </a:r>
            <a:r>
              <a:rPr lang="de-DE" dirty="0" err="1"/>
              <a:t>smaller</a:t>
            </a:r>
            <a:r>
              <a:rPr lang="de-DE" dirty="0"/>
              <a:t> </a:t>
            </a:r>
            <a:r>
              <a:rPr lang="de-DE" dirty="0" err="1"/>
              <a:t>images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88099" y="1638000"/>
            <a:ext cx="7225200" cy="4503600"/>
          </a:xfrm>
        </p:spPr>
        <p:txBody>
          <a:bodyPr/>
          <a:lstStyle/>
          <a:p>
            <a:pPr lvl="0"/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Level 2</a:t>
            </a:r>
          </a:p>
          <a:p>
            <a:pPr lvl="2"/>
            <a:r>
              <a:rPr lang="de-DE" dirty="0"/>
              <a:t>Level 3</a:t>
            </a:r>
          </a:p>
          <a:p>
            <a:pPr lvl="3"/>
            <a:r>
              <a:rPr lang="de-DE" dirty="0"/>
              <a:t>Level 4</a:t>
            </a:r>
          </a:p>
          <a:p>
            <a:pPr lvl="4"/>
            <a:r>
              <a:rPr lang="de-DE" dirty="0"/>
              <a:t>Level 5</a:t>
            </a:r>
            <a:endParaRPr lang="en-US" dirty="0"/>
          </a:p>
        </p:txBody>
      </p:sp>
      <p:sp>
        <p:nvSpPr>
          <p:cNvPr id="14" name="Rechteck 13"/>
          <p:cNvSpPr/>
          <p:nvPr userDrawn="1"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800"/>
          </a:p>
        </p:txBody>
      </p:sp>
      <p:sp>
        <p:nvSpPr>
          <p:cNvPr id="12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3" name="Bildplatzhalter 7"/>
          <p:cNvSpPr>
            <a:spLocks noGrp="1"/>
          </p:cNvSpPr>
          <p:nvPr>
            <p:ph type="pic" sz="quarter" idx="14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5" name="Bildplatzhalter 7"/>
          <p:cNvSpPr>
            <a:spLocks noGrp="1"/>
          </p:cNvSpPr>
          <p:nvPr>
            <p:ph type="pic" sz="quarter" idx="15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Foliennummernplatzhalter 1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297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a </a:t>
            </a:r>
            <a:r>
              <a:rPr lang="de-DE" dirty="0" err="1"/>
              <a:t>small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86048" y="1641600"/>
            <a:ext cx="7225200" cy="4500000"/>
          </a:xfrm>
        </p:spPr>
        <p:txBody>
          <a:bodyPr/>
          <a:lstStyle/>
          <a:p>
            <a:pPr lvl="0"/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Level 2</a:t>
            </a:r>
          </a:p>
          <a:p>
            <a:pPr lvl="2"/>
            <a:r>
              <a:rPr lang="de-DE" dirty="0"/>
              <a:t>Level 3</a:t>
            </a:r>
          </a:p>
          <a:p>
            <a:pPr lvl="3"/>
            <a:r>
              <a:rPr lang="de-DE" dirty="0"/>
              <a:t>Level 4</a:t>
            </a:r>
          </a:p>
          <a:p>
            <a:pPr lvl="4"/>
            <a:r>
              <a:rPr lang="de-DE" dirty="0"/>
              <a:t>Level 5</a:t>
            </a:r>
            <a:endParaRPr lang="en-US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095314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br>
              <a:rPr lang="de-DE" dirty="0"/>
            </a:br>
            <a:r>
              <a:rPr lang="de-DE" dirty="0" err="1"/>
              <a:t>your</a:t>
            </a:r>
            <a:r>
              <a:rPr lang="de-DE" dirty="0"/>
              <a:t> title, </a:t>
            </a:r>
            <a:r>
              <a:rPr lang="de-DE" dirty="0" err="1"/>
              <a:t>graphs</a:t>
            </a:r>
            <a:r>
              <a:rPr lang="de-DE" dirty="0"/>
              <a:t> and </a:t>
            </a:r>
            <a:r>
              <a:rPr lang="de-DE" dirty="0" err="1"/>
              <a:t>charts</a:t>
            </a:r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6731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11729" y="716944"/>
            <a:ext cx="10843671" cy="1841961"/>
          </a:xfrm>
        </p:spPr>
        <p:txBody>
          <a:bodyPr anchor="b">
            <a:noAutofit/>
          </a:bodyPr>
          <a:lstStyle>
            <a:lvl1pPr algn="l">
              <a:defRPr sz="4500" baseline="0">
                <a:latin typeface="Arial Black" panose="020B0A04020102020204" pitchFamily="34" charset="0"/>
              </a:defRPr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br>
              <a:rPr lang="de-DE" dirty="0"/>
            </a:br>
            <a:r>
              <a:rPr lang="de-DE" dirty="0" err="1"/>
              <a:t>your</a:t>
            </a:r>
            <a:r>
              <a:rPr lang="de-DE" dirty="0"/>
              <a:t> title</a:t>
            </a:r>
            <a:endParaRPr lang="en-US" dirty="0"/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7638356" y="5217973"/>
            <a:ext cx="1904400" cy="108572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Space for a partner's logo</a:t>
            </a:r>
          </a:p>
        </p:txBody>
      </p:sp>
      <p:sp>
        <p:nvSpPr>
          <p:cNvPr id="11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9556170" y="5217973"/>
            <a:ext cx="1904164" cy="108572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Space for a partner's logo</a:t>
            </a:r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455" t="15293" r="42710" b="38849"/>
          <a:stretch/>
        </p:blipFill>
        <p:spPr>
          <a:xfrm>
            <a:off x="528888" y="2389590"/>
            <a:ext cx="1730047" cy="1584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1111" y="3762527"/>
            <a:ext cx="11004289" cy="84507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details</a:t>
            </a:r>
            <a:r>
              <a:rPr lang="de-DE" dirty="0"/>
              <a:t>.</a:t>
            </a:r>
            <a:endParaRPr lang="en-US" dirty="0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600" y="5182341"/>
            <a:ext cx="1994374" cy="11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656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ss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170569" y="1610509"/>
            <a:ext cx="3295139" cy="4528589"/>
          </a:xfrm>
        </p:spPr>
        <p:txBody>
          <a:bodyPr/>
          <a:lstStyle/>
          <a:p>
            <a:pPr lvl="0"/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Level 2</a:t>
            </a:r>
          </a:p>
          <a:p>
            <a:pPr lvl="2"/>
            <a:r>
              <a:rPr lang="de-DE" dirty="0"/>
              <a:t>Level 3</a:t>
            </a:r>
          </a:p>
          <a:p>
            <a:pPr lvl="3"/>
            <a:r>
              <a:rPr lang="de-DE" dirty="0"/>
              <a:t>Level 4</a:t>
            </a:r>
          </a:p>
          <a:p>
            <a:pPr lvl="4"/>
            <a:r>
              <a:rPr lang="de-DE" dirty="0"/>
              <a:t>Level 5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717847" y="1721513"/>
            <a:ext cx="6973368" cy="44172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AT" dirty="0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712587" y="5864981"/>
            <a:ext cx="6973867" cy="274118"/>
          </a:xfr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Source: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title,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E1B1CB6-5C5C-443C-B788-F7ADFC29778E}" type="slidenum">
              <a:rPr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1838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D1F9BC-74E4-412D-8320-F64EB466A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69DE80-35D6-45B8-9F5F-AC8878BCA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3EA246-9012-4638-81F6-F7401442A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A63F8-2741-4B52-A602-134B12C8EFE4}" type="datetime1">
              <a:rPr lang="de-AT" smtClean="0"/>
              <a:t>01.10.2025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0ADACE-07D2-4B50-8CC1-D2C8933C2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A24268-CD92-4F38-8419-FC8EB7742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89E90-F0A8-46A1-8EA4-79900E3930B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525958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/End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6000" y="5410800"/>
            <a:ext cx="9216000" cy="7308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details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200" y="1306800"/>
            <a:ext cx="9226800" cy="2008800"/>
          </a:xfrm>
        </p:spPr>
        <p:txBody>
          <a:bodyPr anchor="b" anchorCtr="0"/>
          <a:lstStyle>
            <a:lvl1pPr>
              <a:defRPr sz="4500"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br>
              <a:rPr lang="de-DE" dirty="0"/>
            </a:br>
            <a:r>
              <a:rPr lang="de-DE" dirty="0" err="1"/>
              <a:t>the</a:t>
            </a:r>
            <a:r>
              <a:rPr lang="de-DE" dirty="0"/>
              <a:t> title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5600" y="5500800"/>
            <a:ext cx="1396800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tx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tx1"/>
                </a:solidFill>
                <a:latin typeface="+mj-lt"/>
              </a:rPr>
              <a:t> KEPLER UNIVERSITY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4040 Linz, Austria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Space for a partner’s logo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Space for a partner’s logo</a:t>
            </a:r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242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your</a:t>
            </a:r>
            <a:r>
              <a:rPr lang="de-DE" dirty="0"/>
              <a:t> title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1600" y="1621584"/>
            <a:ext cx="11138400" cy="451674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Level 2</a:t>
            </a:r>
          </a:p>
          <a:p>
            <a:pPr lvl="2"/>
            <a:r>
              <a:rPr lang="de-DE" dirty="0"/>
              <a:t>Level 3</a:t>
            </a:r>
          </a:p>
          <a:p>
            <a:pPr lvl="3"/>
            <a:r>
              <a:rPr lang="de-DE" dirty="0"/>
              <a:t>Level 4</a:t>
            </a:r>
          </a:p>
          <a:p>
            <a:pPr lvl="4"/>
            <a:r>
              <a:rPr lang="de-DE" dirty="0"/>
              <a:t>Level 5</a:t>
            </a:r>
            <a:endParaRPr lang="en-US" dirty="0"/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471600" y="5858820"/>
            <a:ext cx="11138400" cy="278127"/>
          </a:xfr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388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dirty="0"/>
              <a:t>Titelmusterformat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600" y="1620000"/>
            <a:ext cx="11142000" cy="451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9A4327D-5A34-4E6B-886F-9FFAF55AAEB0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00" y="6350400"/>
            <a:ext cx="2772760" cy="31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837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60" r:id="rId22"/>
    <p:sldLayoutId id="2147483661" r:id="rId23"/>
  </p:sldLayoutIdLst>
  <p:hf hdr="0" ftr="0" dt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30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05000"/>
        </a:lnSpc>
        <a:spcBef>
          <a:spcPts val="800"/>
        </a:spcBef>
        <a:buSzPct val="12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05000"/>
        </a:lnSpc>
        <a:spcBef>
          <a:spcPts val="0"/>
        </a:spcBef>
        <a:buSzPct val="125000"/>
        <a:buFont typeface="Arial" panose="020B0604020202020204" pitchFamily="34" charset="0"/>
        <a:buChar char="◦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05000"/>
        </a:lnSpc>
        <a:spcBef>
          <a:spcPts val="0"/>
        </a:spcBef>
        <a:buSzPct val="85000"/>
        <a:buFont typeface="Wingdings" panose="05000000000000000000" pitchFamily="2" charset="2"/>
        <a:buChar char="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105000"/>
        </a:lnSpc>
        <a:spcBef>
          <a:spcPts val="0"/>
        </a:spcBef>
        <a:buSzPct val="110000"/>
        <a:buFont typeface="Arial" panose="020B06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105000"/>
        </a:lnSpc>
        <a:spcBef>
          <a:spcPts val="0"/>
        </a:spcBef>
        <a:buSzPct val="65000"/>
        <a:buFont typeface="Wingdings 2" panose="05020102010507070707" pitchFamily="18" charset="2"/>
        <a:buChar char="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8">
          <p15:clr>
            <a:srgbClr val="F26B43"/>
          </p15:clr>
        </p15:guide>
        <p15:guide id="2" pos="5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D1BB3CAB-B13E-47DB-8CC7-8F478F8AC0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ISO 527: E-Modul 1 mm/min, 50 mm/min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035947A-5E42-4DC6-8CE1-8B4541295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Zugversuch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F5F02D54-0008-4591-A831-5C7FC658F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C3254E1C-E5D7-4E30-ACDC-DAE3D57B120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337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57F3D7-E15D-4AC0-86CA-3BEDED230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PP/PS_75/25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232F1E6D-5C60-4829-B2C2-FC878882A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22" t="13171" r="31540" b="5016"/>
          <a:stretch/>
        </p:blipFill>
        <p:spPr>
          <a:xfrm>
            <a:off x="7842356" y="575999"/>
            <a:ext cx="2573757" cy="3848531"/>
          </a:xfr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9C8F238-224D-404A-ABC5-E00B0F90D041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E1643DD-F563-4556-B8E3-8CFC46B2B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1913" y="720000"/>
            <a:ext cx="7617941" cy="5843421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5FBFA8DE-6930-44AB-88EE-EAC1E81CA61F}"/>
              </a:ext>
            </a:extLst>
          </p:cNvPr>
          <p:cNvSpPr txBox="1"/>
          <p:nvPr/>
        </p:nvSpPr>
        <p:spPr>
          <a:xfrm>
            <a:off x="8025714" y="3984036"/>
            <a:ext cx="23391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200" dirty="0"/>
              <a:t>1         2       3     4        5        6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2BBBE2D-F755-4B8C-8C84-A5DBB946A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0213" y="4820818"/>
            <a:ext cx="5532786" cy="93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255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E7988C-DC2A-479F-A8A2-07EB5A9E957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C02CE07-5444-422E-B14C-79B8385267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2"/>
          <a:stretch/>
        </p:blipFill>
        <p:spPr>
          <a:xfrm>
            <a:off x="987545" y="575999"/>
            <a:ext cx="10216909" cy="556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388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D059B9-6790-4356-B965-F312E813B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PP/PS_50/50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E2697350-DCD5-4299-AF91-41FEC1795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82400" y="720000"/>
            <a:ext cx="7617132" cy="5842800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11B7A4B-6A4B-4287-9729-7A97BDFD1F4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F3ACD16-4960-4B92-A67F-547682E287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68" t="10514" r="21161" b="6214"/>
          <a:stretch/>
        </p:blipFill>
        <p:spPr>
          <a:xfrm>
            <a:off x="7700918" y="1042148"/>
            <a:ext cx="3021249" cy="340966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6D9EEE1-0E4F-4905-ADC7-23C00E56F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777" y="4917268"/>
            <a:ext cx="5568778" cy="97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859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759357-1A1F-4C18-A9E9-E8744580E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PP/Atech_50/50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2049C931-DF79-4602-A052-135AF7DDAD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85" t="19697" r="28813" b="11082"/>
          <a:stretch/>
        </p:blipFill>
        <p:spPr>
          <a:xfrm>
            <a:off x="7889442" y="1070999"/>
            <a:ext cx="2614499" cy="3187833"/>
          </a:xfr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A185C2A-EC9E-4392-B7A0-EB50A5E62E71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59D5CD3-DB66-4CE9-892C-7072FF599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2400" y="720000"/>
            <a:ext cx="7617132" cy="58428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C07E313-E30B-44EC-AB02-764E84497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884" y="4900449"/>
            <a:ext cx="5443614" cy="92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906354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JKU">
      <a:dk1>
        <a:srgbClr val="000000"/>
      </a:dk1>
      <a:lt1>
        <a:sysClr val="window" lastClr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KU_LIT_presentation_EN_16_9_2019_08.potx" id="{39ED16FB-08BC-40CC-A0C0-B9DF0ED8CC59}" vid="{C442F29F-A99C-471A-9B37-622FC9D0EC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39</Words>
  <Application>Microsoft Office PowerPoint</Application>
  <PresentationFormat>Breitbild</PresentationFormat>
  <Paragraphs>10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Wingdings</vt:lpstr>
      <vt:lpstr>Wingdings 2</vt:lpstr>
      <vt:lpstr>Larissa</vt:lpstr>
      <vt:lpstr>Zugversuch</vt:lpstr>
      <vt:lpstr>PP/PS_75/25</vt:lpstr>
      <vt:lpstr>PowerPoint-Präsentation</vt:lpstr>
      <vt:lpstr>PP/PS_50/50</vt:lpstr>
      <vt:lpstr>PP/Atech_50/50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IPMT</dc:creator>
  <cp:lastModifiedBy>Laura Hader-Kregl</cp:lastModifiedBy>
  <cp:revision>13</cp:revision>
  <dcterms:created xsi:type="dcterms:W3CDTF">2025-09-23T09:25:57Z</dcterms:created>
  <dcterms:modified xsi:type="dcterms:W3CDTF">2025-10-01T11:30:16Z</dcterms:modified>
</cp:coreProperties>
</file>