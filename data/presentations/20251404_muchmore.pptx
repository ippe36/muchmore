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61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Hader-Kregl" userId="d2b66d22efbb55e9" providerId="LiveId" clId="{638CD428-2F79-46B0-8343-22FFFCDA8932}"/>
    <pc:docChg chg="delSld">
      <pc:chgData name="Laura Hader-Kregl" userId="d2b66d22efbb55e9" providerId="LiveId" clId="{638CD428-2F79-46B0-8343-22FFFCDA8932}" dt="2025-04-14T14:16:10.464" v="0" actId="47"/>
      <pc:docMkLst>
        <pc:docMk/>
      </pc:docMkLst>
      <pc:sldChg chg="del">
        <pc:chgData name="Laura Hader-Kregl" userId="d2b66d22efbb55e9" providerId="LiveId" clId="{638CD428-2F79-46B0-8343-22FFFCDA8932}" dt="2025-04-14T14:16:10.464" v="0" actId="47"/>
        <pc:sldMkLst>
          <pc:docMk/>
          <pc:sldMk cId="93052865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7D64B-1099-612E-0F50-AEC8E4F78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19D95C-0BB6-1E18-C8E0-0C3C7969E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7894F8-883A-2F0E-42E9-A1DC6022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B69DB0-1A38-E679-53C6-3E21D04A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08FA80-C044-1C86-765F-022F9BEC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3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B373C-B466-D719-D7E6-4E1BEC4D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BCA4E8-13C2-8F3B-DF31-24AAB30A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46FE67-D870-6A82-96BA-77421F2D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5EAA-3107-E3F1-4458-0D3367EA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1F72B3-F253-5E54-E0D3-4B077D98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55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5A789-1BBD-C596-7DF9-26B8D79D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AA92A9-3C8D-6D57-718A-544615C46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C9A0FB-18D4-0861-C793-EF3AD43EA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245DCE-79EA-9CFC-FC51-F3284427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837A78-A5C0-3E8A-6333-998478CF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72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BA3871-8145-F6C4-F20B-664BA6D5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753C07-3D53-C05E-A491-F58A51E5B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D2F728-659D-7C58-3665-6204E59DD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939456-81F0-EF1B-53A8-95061CC7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97971C-A7E1-1BF5-454B-631B6086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4BD380-F172-A1B1-B8EE-D4E95467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18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4F5A5-BB72-1151-F3D1-B89DD711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C2DA07-A3EB-72A7-D6AF-E0CE18321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9DC640-8FE5-B338-4F24-745DE677D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CEF05E-9F43-C75F-5B97-FCD629142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718E79-54EC-622C-0115-F67F09AC2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3435E8-B30C-4A49-B150-D5EDDE26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106DD69-6309-30AB-531B-3969A028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02271C-A9D7-7217-984A-A912C83A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06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3141BF-3466-2CD6-C96C-A8B51C6F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E9A520-C718-4A50-9DC8-42B542C9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F376C0-D11B-7FDE-3BD5-F1D2302A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37723D-0908-EA57-3EE3-32794906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97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7D49B1-7323-E6AD-C5E6-1B517B5A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E01CF0-478B-6A90-38AF-DBFBAD83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ECD19E-8663-B474-0E80-D993897B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0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2BA5C-AB1D-D9F5-F828-5FF91932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08B4CC-E4F5-269B-BE29-9BCCFEA20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115912-F521-A45D-902B-251F4C203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487DDC-6B52-E1C7-5004-3808F1B7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9A7045-340F-ECDB-A6DC-248610AB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7549D0-7D4D-E4A2-7884-4CD3D621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1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3C42B-C99A-2557-F37C-C3E29376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623B03-4130-B0FE-55F7-0A407585E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368D44-A0FD-56EF-3F29-65F2B234E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13480B-493B-C581-E861-CEC9125A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91C7EE-16E8-ECA2-562A-6103B934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0B3C54-BBC0-4229-2A95-6A4BEC91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74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CCBB3C-07D0-5D97-0432-6E202524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D80287-BF91-53BC-8619-8D69F72A6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AEF077-456B-495F-C057-62154969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8ACD4E-77AB-8B4A-8E3E-915105EC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0E1F4B-EE93-8F31-FD0E-9E1B661C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89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4B0610-B3F4-AA37-2930-3774E7090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36C4F2A-FBFB-466A-33ED-9A77DB0C7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F67D85-CC28-1B28-B1CE-624D1A80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E03A6D-48B2-B686-B3AB-9B09F8E4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2EC9E8-520E-B1A9-F26F-7CE307F1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644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3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A86B03-340E-708B-BBF0-2BE91430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A27DBC-EFCB-CB5C-8610-8854832F1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2F8CEF-AF5D-B4AC-3F49-AE787D5C5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4B6EF-10CB-4725-B7B6-4FC21C0A935E}" type="datetimeFigureOut">
              <a:rPr lang="en-GB" smtClean="0"/>
              <a:t>14/04/2025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4E1D34-CEAE-B5CF-4243-0A391981D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2133DB-19A5-1B08-8D50-1BE10BE11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2A646-188F-49DD-A743-53A58F6FC7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94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279A821-4176-8E1D-2865-6D035580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5" name="Grafik 4" descr="Ein Bild, das Gelände, Natur, draußen, Stein enthält.&#10;&#10;KI-generierte Inhalte können fehlerhaft sein.">
            <a:extLst>
              <a:ext uri="{FF2B5EF4-FFF2-40B4-BE49-F238E27FC236}">
                <a16:creationId xmlns:a16="http://schemas.microsoft.com/office/drawing/2014/main" id="{124B5CA9-048F-6BD9-98E2-DD8324F4C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10" y="3657000"/>
            <a:ext cx="3064475" cy="3064475"/>
          </a:xfrm>
          <a:prstGeom prst="rect">
            <a:avLst/>
          </a:prstGeom>
        </p:spPr>
      </p:pic>
      <p:pic>
        <p:nvPicPr>
          <p:cNvPr id="11" name="Grafik 10" descr="Ein Bild, das Grau enthält.&#10;&#10;KI-generierte Inhalte können fehlerhaft sein.">
            <a:extLst>
              <a:ext uri="{FF2B5EF4-FFF2-40B4-BE49-F238E27FC236}">
                <a16:creationId xmlns:a16="http://schemas.microsoft.com/office/drawing/2014/main" id="{E5868385-08DE-EA4B-FBEA-70CF415D6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253" y="541883"/>
            <a:ext cx="2789859" cy="2789859"/>
          </a:xfrm>
          <a:prstGeom prst="rect">
            <a:avLst/>
          </a:prstGeom>
        </p:spPr>
      </p:pic>
      <p:pic>
        <p:nvPicPr>
          <p:cNvPr id="13" name="Grafik 12" descr="Ein Bild, das Screenshot, Natur enthält.&#10;&#10;KI-generierte Inhalte können fehlerhaft sein.">
            <a:extLst>
              <a:ext uri="{FF2B5EF4-FFF2-40B4-BE49-F238E27FC236}">
                <a16:creationId xmlns:a16="http://schemas.microsoft.com/office/drawing/2014/main" id="{0963AB23-20A7-9C1E-ABC0-E65B1655C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401" y="541884"/>
            <a:ext cx="2789860" cy="2789860"/>
          </a:xfrm>
          <a:prstGeom prst="rect">
            <a:avLst/>
          </a:prstGeom>
        </p:spPr>
      </p:pic>
      <p:pic>
        <p:nvPicPr>
          <p:cNvPr id="15" name="Grafik 14" descr="Ein Bild, das Screenshot, Stoff enthält.&#10;&#10;KI-generierte Inhalte können fehlerhaft sein.">
            <a:extLst>
              <a:ext uri="{FF2B5EF4-FFF2-40B4-BE49-F238E27FC236}">
                <a16:creationId xmlns:a16="http://schemas.microsoft.com/office/drawing/2014/main" id="{F00C006C-E2E2-A001-7B6F-0B103033A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10" y="541884"/>
            <a:ext cx="2789860" cy="278986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416CCF2-F276-0267-6FDF-BA761FF25A57}"/>
              </a:ext>
            </a:extLst>
          </p:cNvPr>
          <p:cNvSpPr txBox="1"/>
          <p:nvPr/>
        </p:nvSpPr>
        <p:spPr>
          <a:xfrm>
            <a:off x="695010" y="296241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50 x</a:t>
            </a:r>
            <a:endParaRPr lang="en-GB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BF4E292-14E9-76E7-A3AF-2E8675F43CB3}"/>
              </a:ext>
            </a:extLst>
          </p:cNvPr>
          <p:cNvSpPr txBox="1"/>
          <p:nvPr/>
        </p:nvSpPr>
        <p:spPr>
          <a:xfrm>
            <a:off x="6487792" y="296241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50 x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2E4BB03-1491-6D43-BB75-214267F5301B}"/>
              </a:ext>
            </a:extLst>
          </p:cNvPr>
          <p:cNvSpPr txBox="1"/>
          <p:nvPr/>
        </p:nvSpPr>
        <p:spPr>
          <a:xfrm>
            <a:off x="3591401" y="294037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50 x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89C993A-9C3C-2BC7-DB64-AFCCA1840958}"/>
              </a:ext>
            </a:extLst>
          </p:cNvPr>
          <p:cNvSpPr txBox="1"/>
          <p:nvPr/>
        </p:nvSpPr>
        <p:spPr>
          <a:xfrm>
            <a:off x="695010" y="635635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100 x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08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Hader-Kregl</dc:creator>
  <cp:lastModifiedBy>Laura Hader-Kregl</cp:lastModifiedBy>
  <cp:revision>1</cp:revision>
  <dcterms:created xsi:type="dcterms:W3CDTF">2025-04-14T14:14:12Z</dcterms:created>
  <dcterms:modified xsi:type="dcterms:W3CDTF">2025-04-14T14:16:12Z</dcterms:modified>
</cp:coreProperties>
</file>